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74" r:id="rId4"/>
  </p:sldMasterIdLst>
  <p:notesMasterIdLst>
    <p:notesMasterId r:id="rId5"/>
  </p:notesMasterIdLst>
  <p:sldIdLst>
    <p:sldId id="256" r:id="rId6"/>
    <p:sldId id="257" r:id="rId7"/>
    <p:sldId id="258" r:id="rId8"/>
    <p:sldId id="259" r:id="rId9"/>
    <p:sldId id="260" r:id="rId10"/>
  </p:sldIdLst>
  <p:sldSz cy="6858000" cx="12192000"/>
  <p:notesSz cx="6858000" cy="9144000"/>
  <p:embeddedFontLst>
    <p:embeddedFont>
      <p:font typeface="Oswald Medium"/>
      <p:regular r:id="rId11"/>
      <p:bold r:id="rId12"/>
    </p:embeddedFont>
    <p:embeddedFont>
      <p:font typeface="Work Sans Medium"/>
      <p:regular r:id="rId13"/>
      <p:bold r:id="rId14"/>
      <p:italic r:id="rId15"/>
      <p:boldItalic r:id="rId16"/>
    </p:embeddedFont>
    <p:embeddedFont>
      <p:font typeface="Work Sans Black"/>
      <p:bold r:id="rId17"/>
      <p:boldItalic r:id="rId18"/>
    </p:embeddedFont>
    <p:embeddedFont>
      <p:font typeface="Work Sans ExtraBold"/>
      <p:bold r:id="rId19"/>
      <p:boldItalic r:id="rId20"/>
    </p:embeddedFont>
    <p:embeddedFont>
      <p:font typeface="Work Sans SemiBold"/>
      <p:regular r:id="rId21"/>
      <p:bold r:id="rId22"/>
      <p:italic r:id="rId23"/>
      <p:boldItalic r:id="rId24"/>
    </p:embeddedFont>
    <p:embeddedFont>
      <p:font typeface="Work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7NOrDUFOs5vM8+Qedvmhi7eY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ExtraBold-boldItalic.fntdata"/><Relationship Id="rId22" Type="http://schemas.openxmlformats.org/officeDocument/2006/relationships/font" Target="fonts/WorkSansSemiBold-bold.fntdata"/><Relationship Id="rId21" Type="http://schemas.openxmlformats.org/officeDocument/2006/relationships/font" Target="fonts/WorkSansSemiBold-regular.fntdata"/><Relationship Id="rId24" Type="http://schemas.openxmlformats.org/officeDocument/2006/relationships/font" Target="fonts/WorkSansSemiBold-boldItalic.fntdata"/><Relationship Id="rId23" Type="http://schemas.openxmlformats.org/officeDocument/2006/relationships/font" Target="fonts/WorkSa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WorkSans-bold.fntdata"/><Relationship Id="rId25" Type="http://schemas.openxmlformats.org/officeDocument/2006/relationships/font" Target="fonts/WorkSans-regular.fntdata"/><Relationship Id="rId28" Type="http://schemas.openxmlformats.org/officeDocument/2006/relationships/font" Target="fonts/WorkSans-boldItalic.fntdata"/><Relationship Id="rId27" Type="http://schemas.openxmlformats.org/officeDocument/2006/relationships/font" Target="fonts/Work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font" Target="fonts/OswaldMedium-regular.fntdata"/><Relationship Id="rId10" Type="http://schemas.openxmlformats.org/officeDocument/2006/relationships/slide" Target="slides/slide5.xml"/><Relationship Id="rId13" Type="http://schemas.openxmlformats.org/officeDocument/2006/relationships/font" Target="fonts/WorkSansMedium-regular.fntdata"/><Relationship Id="rId12" Type="http://schemas.openxmlformats.org/officeDocument/2006/relationships/font" Target="fonts/OswaldMedium-bold.fntdata"/><Relationship Id="rId15" Type="http://schemas.openxmlformats.org/officeDocument/2006/relationships/font" Target="fonts/WorkSansMedium-italic.fntdata"/><Relationship Id="rId14" Type="http://schemas.openxmlformats.org/officeDocument/2006/relationships/font" Target="fonts/WorkSansMedium-bold.fntdata"/><Relationship Id="rId17" Type="http://schemas.openxmlformats.org/officeDocument/2006/relationships/font" Target="fonts/WorkSansBlack-bold.fntdata"/><Relationship Id="rId16" Type="http://schemas.openxmlformats.org/officeDocument/2006/relationships/font" Target="fonts/WorkSansMedium-boldItalic.fntdata"/><Relationship Id="rId19" Type="http://schemas.openxmlformats.org/officeDocument/2006/relationships/font" Target="fonts/WorkSansExtraBold-bold.fntdata"/><Relationship Id="rId18" Type="http://schemas.openxmlformats.org/officeDocument/2006/relationships/font" Target="fonts/WorkSans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Every day, New Yorkers file thousands of 311 requests, like noise complaints, no heat, or missed trash pickup. City agencies need to know in advance how many requests are coming so they can schedule the right number of workers. The problem is that the city keeps changing. Weather, policies, and big events like COVID change what people complain about. So a model that works well today can quietly get worse next month. The main message of my project is this: building a forecast is not enough. We need a system that notices when the data changes and fixes the model automatically.</a:t>
            </a:r>
            <a:endParaRPr/>
          </a:p>
        </p:txBody>
      </p:sp>
      <p:sp>
        <p:nvSpPr>
          <p:cNvPr id="212" name="Google Shape;2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374d90b964d84f1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h374d90b964d84f1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374d90b964d84f1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h374d90b964d84f17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5.jpg"/><Relationship Id="rId4" Type="http://schemas.openxmlformats.org/officeDocument/2006/relationships/image" Target="../media/image19.jpg"/><Relationship Id="rId5" Type="http://schemas.openxmlformats.org/officeDocument/2006/relationships/image" Target="../media/image12.jpg"/><Relationship Id="rId6" Type="http://schemas.openxmlformats.org/officeDocument/2006/relationships/image" Target="../media/image14.jpg"/><Relationship Id="rId7" Type="http://schemas.openxmlformats.org/officeDocument/2006/relationships/image" Target="../media/image13.jpg"/><Relationship Id="rId8"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jpg"/><Relationship Id="rId4" Type="http://schemas.openxmlformats.org/officeDocument/2006/relationships/image" Target="../media/image15.jpg"/><Relationship Id="rId5" Type="http://schemas.openxmlformats.org/officeDocument/2006/relationships/image" Target="../media/image19.jpg"/><Relationship Id="rId6" Type="http://schemas.openxmlformats.org/officeDocument/2006/relationships/image" Target="../media/image12.jpg"/><Relationship Id="rId7" Type="http://schemas.openxmlformats.org/officeDocument/2006/relationships/image" Target="../media/image14.jpg"/><Relationship Id="rId8" Type="http://schemas.openxmlformats.org/officeDocument/2006/relationships/image" Target="../media/image1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7.jpg"/><Relationship Id="rId4" Type="http://schemas.openxmlformats.org/officeDocument/2006/relationships/image" Target="../media/image15.jpg"/><Relationship Id="rId5" Type="http://schemas.openxmlformats.org/officeDocument/2006/relationships/image" Target="../media/image19.jpg"/><Relationship Id="rId6" Type="http://schemas.openxmlformats.org/officeDocument/2006/relationships/image" Target="../media/image12.jpg"/><Relationship Id="rId7" Type="http://schemas.openxmlformats.org/officeDocument/2006/relationships/image" Target="../media/image14.jpg"/><Relationship Id="rId8" Type="http://schemas.openxmlformats.org/officeDocument/2006/relationships/image" Target="../media/image1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2525871"/>
            <a:ext cx="9144000" cy="18062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Work Sans ExtraBold"/>
              <a:buNone/>
              <a:defRPr b="1" i="0" sz="6000">
                <a:latin typeface="Work Sans ExtraBold"/>
                <a:ea typeface="Work Sans ExtraBold"/>
                <a:cs typeface="Work Sans ExtraBold"/>
                <a:sym typeface="Work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4331218"/>
            <a:ext cx="9144000" cy="417153"/>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26"/>
          <p:cNvSpPr txBox="1"/>
          <p:nvPr>
            <p:ph idx="2" type="body"/>
          </p:nvPr>
        </p:nvSpPr>
        <p:spPr>
          <a:xfrm>
            <a:off x="1524000" y="1986121"/>
            <a:ext cx="4051300" cy="247014"/>
          </a:xfrm>
          <a:prstGeom prst="rect">
            <a:avLst/>
          </a:prstGeom>
          <a:noFill/>
          <a:ln>
            <a:noFill/>
          </a:ln>
        </p:spPr>
        <p:txBody>
          <a:bodyPr anchorCtr="0" anchor="b" bIns="0" lIns="91425" spcFirstLastPara="1" rIns="91425" wrap="square" tIns="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15" name="Google Shape;15;p26"/>
          <p:cNvPicPr preferRelativeResize="0"/>
          <p:nvPr/>
        </p:nvPicPr>
        <p:blipFill rotWithShape="1">
          <a:blip r:embed="rId2">
            <a:alphaModFix/>
          </a:blip>
          <a:srcRect b="0" l="0" r="0" t="0"/>
          <a:stretch/>
        </p:blipFill>
        <p:spPr>
          <a:xfrm>
            <a:off x="1200150" y="1587500"/>
            <a:ext cx="38100" cy="3683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Numbers">
  <p:cSld name="Section Divider with Numbers">
    <p:spTree>
      <p:nvGrpSpPr>
        <p:cNvPr id="16" name="Shape 16"/>
        <p:cNvGrpSpPr/>
        <p:nvPr/>
      </p:nvGrpSpPr>
      <p:grpSpPr>
        <a:xfrm>
          <a:off x="0" y="0"/>
          <a:ext cx="0" cy="0"/>
          <a:chOff x="0" y="0"/>
          <a:chExt cx="0" cy="0"/>
        </a:xfrm>
      </p:grpSpPr>
      <p:sp>
        <p:nvSpPr>
          <p:cNvPr id="17" name="Google Shape;17;p27"/>
          <p:cNvSpPr txBox="1"/>
          <p:nvPr>
            <p:ph type="ctrTitle"/>
          </p:nvPr>
        </p:nvSpPr>
        <p:spPr>
          <a:xfrm>
            <a:off x="3848100" y="1587500"/>
            <a:ext cx="7184570" cy="1736749"/>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Work Sans ExtraBold"/>
              <a:buNone/>
              <a:defRPr b="1" i="0" sz="4800">
                <a:latin typeface="Work Sans ExtraBold"/>
                <a:ea typeface="Work Sans ExtraBold"/>
                <a:cs typeface="Work Sans ExtraBold"/>
                <a:sym typeface="Work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7"/>
          <p:cNvSpPr txBox="1"/>
          <p:nvPr>
            <p:ph idx="1" type="subTitle"/>
          </p:nvPr>
        </p:nvSpPr>
        <p:spPr>
          <a:xfrm>
            <a:off x="3848100" y="3483477"/>
            <a:ext cx="7184570" cy="1787023"/>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pic>
        <p:nvPicPr>
          <p:cNvPr id="19" name="Google Shape;19;p27"/>
          <p:cNvPicPr preferRelativeResize="0"/>
          <p:nvPr/>
        </p:nvPicPr>
        <p:blipFill rotWithShape="1">
          <a:blip r:embed="rId2">
            <a:alphaModFix/>
          </a:blip>
          <a:srcRect b="0" l="0" r="0" t="0"/>
          <a:stretch/>
        </p:blipFill>
        <p:spPr>
          <a:xfrm>
            <a:off x="3289300" y="1587500"/>
            <a:ext cx="38100" cy="3683000"/>
          </a:xfrm>
          <a:prstGeom prst="rect">
            <a:avLst/>
          </a:prstGeom>
          <a:noFill/>
          <a:ln>
            <a:noFill/>
          </a:ln>
        </p:spPr>
      </p:pic>
      <p:sp>
        <p:nvSpPr>
          <p:cNvPr id="20" name="Google Shape;20;p27"/>
          <p:cNvSpPr txBox="1"/>
          <p:nvPr>
            <p:ph idx="2" type="body"/>
          </p:nvPr>
        </p:nvSpPr>
        <p:spPr>
          <a:xfrm>
            <a:off x="734789" y="1587500"/>
            <a:ext cx="2180771" cy="3683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5000"/>
              <a:buNone/>
              <a:defRPr b="0" i="0" sz="15000">
                <a:latin typeface="Oswald Medium"/>
                <a:ea typeface="Oswald Medium"/>
                <a:cs typeface="Oswald Medium"/>
                <a:sym typeface="Oswald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secHead">
  <p:cSld name="SECTION_HEADER">
    <p:spTree>
      <p:nvGrpSpPr>
        <p:cNvPr id="21" name="Shape 21"/>
        <p:cNvGrpSpPr/>
        <p:nvPr/>
      </p:nvGrpSpPr>
      <p:grpSpPr>
        <a:xfrm>
          <a:off x="0" y="0"/>
          <a:ext cx="0" cy="0"/>
          <a:chOff x="0" y="0"/>
          <a:chExt cx="0" cy="0"/>
        </a:xfrm>
      </p:grpSpPr>
      <p:sp>
        <p:nvSpPr>
          <p:cNvPr id="22" name="Google Shape;22;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Work Sans Black"/>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Objects">
  <p:cSld name="2 Column with Objects">
    <p:spTree>
      <p:nvGrpSpPr>
        <p:cNvPr id="24" name="Shape 24"/>
        <p:cNvGrpSpPr/>
        <p:nvPr/>
      </p:nvGrpSpPr>
      <p:grpSpPr>
        <a:xfrm>
          <a:off x="0" y="0"/>
          <a:ext cx="0" cy="0"/>
          <a:chOff x="0" y="0"/>
          <a:chExt cx="0" cy="0"/>
        </a:xfrm>
      </p:grpSpPr>
      <p:sp>
        <p:nvSpPr>
          <p:cNvPr id="25" name="Google Shape;25;p34"/>
          <p:cNvSpPr txBox="1"/>
          <p:nvPr>
            <p:ph idx="1" type="body"/>
          </p:nvPr>
        </p:nvSpPr>
        <p:spPr>
          <a:xfrm>
            <a:off x="1398167" y="1452381"/>
            <a:ext cx="4200607"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6" name="Google Shape;26;p34"/>
          <p:cNvPicPr preferRelativeResize="0"/>
          <p:nvPr/>
        </p:nvPicPr>
        <p:blipFill rotWithShape="1">
          <a:blip r:embed="rId2">
            <a:alphaModFix/>
          </a:blip>
          <a:srcRect b="0" l="0" r="0" t="0"/>
          <a:stretch/>
        </p:blipFill>
        <p:spPr>
          <a:xfrm>
            <a:off x="6096000" y="697593"/>
            <a:ext cx="38100" cy="5626100"/>
          </a:xfrm>
          <a:prstGeom prst="rect">
            <a:avLst/>
          </a:prstGeom>
          <a:noFill/>
          <a:ln>
            <a:noFill/>
          </a:ln>
        </p:spPr>
      </p:pic>
      <p:sp>
        <p:nvSpPr>
          <p:cNvPr id="27" name="Google Shape;27;p34"/>
          <p:cNvSpPr txBox="1"/>
          <p:nvPr>
            <p:ph idx="2" type="body"/>
          </p:nvPr>
        </p:nvSpPr>
        <p:spPr>
          <a:xfrm>
            <a:off x="6629858" y="1450952"/>
            <a:ext cx="4200607"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8" name="Google Shape;28;p34"/>
          <p:cNvSpPr txBox="1"/>
          <p:nvPr>
            <p:ph idx="3" type="body"/>
          </p:nvPr>
        </p:nvSpPr>
        <p:spPr>
          <a:xfrm>
            <a:off x="1397543" y="2211600"/>
            <a:ext cx="4200607"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9" name="Google Shape;29;p34"/>
          <p:cNvSpPr txBox="1"/>
          <p:nvPr>
            <p:ph idx="4" type="body"/>
          </p:nvPr>
        </p:nvSpPr>
        <p:spPr>
          <a:xfrm>
            <a:off x="6629858" y="2211600"/>
            <a:ext cx="4200607"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 name="Google Shape;30;p34"/>
          <p:cNvSpPr txBox="1"/>
          <p:nvPr>
            <p:ph idx="5" type="body"/>
          </p:nvPr>
        </p:nvSpPr>
        <p:spPr>
          <a:xfrm>
            <a:off x="1397544" y="3326932"/>
            <a:ext cx="4200497" cy="26050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sz="1800"/>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 name="Google Shape;31;p34"/>
          <p:cNvSpPr txBox="1"/>
          <p:nvPr>
            <p:ph idx="6" type="body"/>
          </p:nvPr>
        </p:nvSpPr>
        <p:spPr>
          <a:xfrm>
            <a:off x="6629859" y="3326608"/>
            <a:ext cx="4200497" cy="26050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sz="1800"/>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Text">
  <p:cSld name="2 Column with Text">
    <p:spTree>
      <p:nvGrpSpPr>
        <p:cNvPr id="32" name="Shape 32"/>
        <p:cNvGrpSpPr/>
        <p:nvPr/>
      </p:nvGrpSpPr>
      <p:grpSpPr>
        <a:xfrm>
          <a:off x="0" y="0"/>
          <a:ext cx="0" cy="0"/>
          <a:chOff x="0" y="0"/>
          <a:chExt cx="0" cy="0"/>
        </a:xfrm>
      </p:grpSpPr>
      <p:sp>
        <p:nvSpPr>
          <p:cNvPr id="33" name="Google Shape;33;p35"/>
          <p:cNvSpPr txBox="1"/>
          <p:nvPr>
            <p:ph idx="1" type="body"/>
          </p:nvPr>
        </p:nvSpPr>
        <p:spPr>
          <a:xfrm>
            <a:off x="1398167" y="1452381"/>
            <a:ext cx="4200607"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34" name="Google Shape;34;p35"/>
          <p:cNvPicPr preferRelativeResize="0"/>
          <p:nvPr/>
        </p:nvPicPr>
        <p:blipFill rotWithShape="1">
          <a:blip r:embed="rId2">
            <a:alphaModFix/>
          </a:blip>
          <a:srcRect b="0" l="0" r="0" t="0"/>
          <a:stretch/>
        </p:blipFill>
        <p:spPr>
          <a:xfrm>
            <a:off x="6096000" y="697593"/>
            <a:ext cx="38100" cy="5626100"/>
          </a:xfrm>
          <a:prstGeom prst="rect">
            <a:avLst/>
          </a:prstGeom>
          <a:noFill/>
          <a:ln>
            <a:noFill/>
          </a:ln>
        </p:spPr>
      </p:pic>
      <p:sp>
        <p:nvSpPr>
          <p:cNvPr id="35" name="Google Shape;35;p35"/>
          <p:cNvSpPr txBox="1"/>
          <p:nvPr>
            <p:ph idx="2" type="body"/>
          </p:nvPr>
        </p:nvSpPr>
        <p:spPr>
          <a:xfrm>
            <a:off x="6629858" y="1450952"/>
            <a:ext cx="4200607"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35"/>
          <p:cNvSpPr txBox="1"/>
          <p:nvPr>
            <p:ph idx="3" type="body"/>
          </p:nvPr>
        </p:nvSpPr>
        <p:spPr>
          <a:xfrm>
            <a:off x="1397543" y="2211600"/>
            <a:ext cx="4200607"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 name="Google Shape;37;p35"/>
          <p:cNvSpPr txBox="1"/>
          <p:nvPr>
            <p:ph idx="4" type="body"/>
          </p:nvPr>
        </p:nvSpPr>
        <p:spPr>
          <a:xfrm>
            <a:off x="6629858" y="2211600"/>
            <a:ext cx="4200607"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8" name="Google Shape;38;p35"/>
          <p:cNvSpPr txBox="1"/>
          <p:nvPr>
            <p:ph idx="5" type="body"/>
          </p:nvPr>
        </p:nvSpPr>
        <p:spPr>
          <a:xfrm>
            <a:off x="1397542" y="3334693"/>
            <a:ext cx="4200607" cy="2604076"/>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 name="Google Shape;39;p35"/>
          <p:cNvSpPr txBox="1"/>
          <p:nvPr>
            <p:ph idx="6" type="body"/>
          </p:nvPr>
        </p:nvSpPr>
        <p:spPr>
          <a:xfrm>
            <a:off x="6629858" y="3334693"/>
            <a:ext cx="4200607" cy="2604076"/>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with Text">
  <p:cSld name="3 Column with Text">
    <p:spTree>
      <p:nvGrpSpPr>
        <p:cNvPr id="40" name="Shape 40"/>
        <p:cNvGrpSpPr/>
        <p:nvPr/>
      </p:nvGrpSpPr>
      <p:grpSpPr>
        <a:xfrm>
          <a:off x="0" y="0"/>
          <a:ext cx="0" cy="0"/>
          <a:chOff x="0" y="0"/>
          <a:chExt cx="0" cy="0"/>
        </a:xfrm>
      </p:grpSpPr>
      <p:sp>
        <p:nvSpPr>
          <p:cNvPr id="41" name="Google Shape;41;p36"/>
          <p:cNvSpPr txBox="1"/>
          <p:nvPr>
            <p:ph idx="1" type="body"/>
          </p:nvPr>
        </p:nvSpPr>
        <p:spPr>
          <a:xfrm>
            <a:off x="681517" y="1452381"/>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42" name="Google Shape;42;p36"/>
          <p:cNvPicPr preferRelativeResize="0"/>
          <p:nvPr/>
        </p:nvPicPr>
        <p:blipFill rotWithShape="1">
          <a:blip r:embed="rId2">
            <a:alphaModFix/>
          </a:blip>
          <a:srcRect b="0" l="0" r="0" t="0"/>
          <a:stretch/>
        </p:blipFill>
        <p:spPr>
          <a:xfrm>
            <a:off x="4095111" y="697593"/>
            <a:ext cx="38100" cy="5626100"/>
          </a:xfrm>
          <a:prstGeom prst="rect">
            <a:avLst/>
          </a:prstGeom>
          <a:noFill/>
          <a:ln>
            <a:noFill/>
          </a:ln>
        </p:spPr>
      </p:pic>
      <p:sp>
        <p:nvSpPr>
          <p:cNvPr id="43" name="Google Shape;43;p36"/>
          <p:cNvSpPr txBox="1"/>
          <p:nvPr>
            <p:ph idx="2" type="body"/>
          </p:nvPr>
        </p:nvSpPr>
        <p:spPr>
          <a:xfrm>
            <a:off x="4598741" y="1450952"/>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44" name="Google Shape;44;p36"/>
          <p:cNvPicPr preferRelativeResize="0"/>
          <p:nvPr/>
        </p:nvPicPr>
        <p:blipFill rotWithShape="1">
          <a:blip r:embed="rId2">
            <a:alphaModFix/>
          </a:blip>
          <a:srcRect b="0" l="0" r="0" t="0"/>
          <a:stretch/>
        </p:blipFill>
        <p:spPr>
          <a:xfrm>
            <a:off x="8012335" y="764187"/>
            <a:ext cx="38100" cy="5626100"/>
          </a:xfrm>
          <a:prstGeom prst="rect">
            <a:avLst/>
          </a:prstGeom>
          <a:noFill/>
          <a:ln>
            <a:noFill/>
          </a:ln>
        </p:spPr>
      </p:pic>
      <p:sp>
        <p:nvSpPr>
          <p:cNvPr id="45" name="Google Shape;45;p36"/>
          <p:cNvSpPr txBox="1"/>
          <p:nvPr>
            <p:ph idx="3" type="body"/>
          </p:nvPr>
        </p:nvSpPr>
        <p:spPr>
          <a:xfrm>
            <a:off x="680893" y="2211600"/>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6" name="Google Shape;46;p36"/>
          <p:cNvSpPr txBox="1"/>
          <p:nvPr>
            <p:ph idx="4" type="body"/>
          </p:nvPr>
        </p:nvSpPr>
        <p:spPr>
          <a:xfrm>
            <a:off x="4598741" y="2211600"/>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7" name="Google Shape;47;p36"/>
          <p:cNvSpPr txBox="1"/>
          <p:nvPr>
            <p:ph idx="5" type="body"/>
          </p:nvPr>
        </p:nvSpPr>
        <p:spPr>
          <a:xfrm>
            <a:off x="680893" y="3334693"/>
            <a:ext cx="2948064" cy="2604076"/>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8" name="Google Shape;48;p36"/>
          <p:cNvSpPr txBox="1"/>
          <p:nvPr>
            <p:ph idx="6" type="body"/>
          </p:nvPr>
        </p:nvSpPr>
        <p:spPr>
          <a:xfrm>
            <a:off x="4598741" y="3327943"/>
            <a:ext cx="2948064" cy="2604076"/>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36"/>
          <p:cNvSpPr txBox="1"/>
          <p:nvPr>
            <p:ph idx="7" type="body"/>
          </p:nvPr>
        </p:nvSpPr>
        <p:spPr>
          <a:xfrm>
            <a:off x="8515965" y="1401769"/>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36"/>
          <p:cNvSpPr txBox="1"/>
          <p:nvPr>
            <p:ph idx="8" type="body"/>
          </p:nvPr>
        </p:nvSpPr>
        <p:spPr>
          <a:xfrm>
            <a:off x="8515965" y="2162417"/>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1" name="Google Shape;51;p36"/>
          <p:cNvSpPr txBox="1"/>
          <p:nvPr>
            <p:ph idx="9" type="body"/>
          </p:nvPr>
        </p:nvSpPr>
        <p:spPr>
          <a:xfrm>
            <a:off x="8515965" y="3334693"/>
            <a:ext cx="2948064" cy="2604076"/>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with Objects">
  <p:cSld name="3 Column with Objects">
    <p:spTree>
      <p:nvGrpSpPr>
        <p:cNvPr id="52" name="Shape 52"/>
        <p:cNvGrpSpPr/>
        <p:nvPr/>
      </p:nvGrpSpPr>
      <p:grpSpPr>
        <a:xfrm>
          <a:off x="0" y="0"/>
          <a:ext cx="0" cy="0"/>
          <a:chOff x="0" y="0"/>
          <a:chExt cx="0" cy="0"/>
        </a:xfrm>
      </p:grpSpPr>
      <p:sp>
        <p:nvSpPr>
          <p:cNvPr id="53" name="Google Shape;53;p37"/>
          <p:cNvSpPr txBox="1"/>
          <p:nvPr>
            <p:ph idx="1" type="body"/>
          </p:nvPr>
        </p:nvSpPr>
        <p:spPr>
          <a:xfrm>
            <a:off x="681517" y="1452381"/>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54" name="Google Shape;54;p37"/>
          <p:cNvPicPr preferRelativeResize="0"/>
          <p:nvPr/>
        </p:nvPicPr>
        <p:blipFill rotWithShape="1">
          <a:blip r:embed="rId2">
            <a:alphaModFix/>
          </a:blip>
          <a:srcRect b="0" l="0" r="0" t="0"/>
          <a:stretch/>
        </p:blipFill>
        <p:spPr>
          <a:xfrm>
            <a:off x="4095111" y="697593"/>
            <a:ext cx="38100" cy="5626100"/>
          </a:xfrm>
          <a:prstGeom prst="rect">
            <a:avLst/>
          </a:prstGeom>
          <a:noFill/>
          <a:ln>
            <a:noFill/>
          </a:ln>
        </p:spPr>
      </p:pic>
      <p:sp>
        <p:nvSpPr>
          <p:cNvPr id="55" name="Google Shape;55;p37"/>
          <p:cNvSpPr txBox="1"/>
          <p:nvPr>
            <p:ph idx="2" type="body"/>
          </p:nvPr>
        </p:nvSpPr>
        <p:spPr>
          <a:xfrm>
            <a:off x="4598741" y="1450952"/>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56" name="Google Shape;56;p37"/>
          <p:cNvPicPr preferRelativeResize="0"/>
          <p:nvPr/>
        </p:nvPicPr>
        <p:blipFill rotWithShape="1">
          <a:blip r:embed="rId2">
            <a:alphaModFix/>
          </a:blip>
          <a:srcRect b="0" l="0" r="0" t="0"/>
          <a:stretch/>
        </p:blipFill>
        <p:spPr>
          <a:xfrm>
            <a:off x="8012335" y="764187"/>
            <a:ext cx="38100" cy="5626100"/>
          </a:xfrm>
          <a:prstGeom prst="rect">
            <a:avLst/>
          </a:prstGeom>
          <a:noFill/>
          <a:ln>
            <a:noFill/>
          </a:ln>
        </p:spPr>
      </p:pic>
      <p:sp>
        <p:nvSpPr>
          <p:cNvPr id="57" name="Google Shape;57;p37"/>
          <p:cNvSpPr txBox="1"/>
          <p:nvPr>
            <p:ph idx="3" type="body"/>
          </p:nvPr>
        </p:nvSpPr>
        <p:spPr>
          <a:xfrm>
            <a:off x="680893" y="2211600"/>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8" name="Google Shape;58;p37"/>
          <p:cNvSpPr txBox="1"/>
          <p:nvPr>
            <p:ph idx="4" type="body"/>
          </p:nvPr>
        </p:nvSpPr>
        <p:spPr>
          <a:xfrm>
            <a:off x="4598741" y="2211600"/>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9" name="Google Shape;59;p37"/>
          <p:cNvSpPr txBox="1"/>
          <p:nvPr>
            <p:ph idx="5" type="body"/>
          </p:nvPr>
        </p:nvSpPr>
        <p:spPr>
          <a:xfrm>
            <a:off x="8515965" y="1401769"/>
            <a:ext cx="2948064"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37"/>
          <p:cNvSpPr txBox="1"/>
          <p:nvPr>
            <p:ph idx="6" type="body"/>
          </p:nvPr>
        </p:nvSpPr>
        <p:spPr>
          <a:xfrm>
            <a:off x="8515965" y="2162417"/>
            <a:ext cx="2948064" cy="883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 name="Google Shape;61;p37"/>
          <p:cNvSpPr txBox="1"/>
          <p:nvPr>
            <p:ph idx="7" type="body"/>
          </p:nvPr>
        </p:nvSpPr>
        <p:spPr>
          <a:xfrm>
            <a:off x="680893" y="3326932"/>
            <a:ext cx="2947987" cy="260508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2" name="Google Shape;62;p37"/>
          <p:cNvSpPr txBox="1"/>
          <p:nvPr>
            <p:ph idx="8" type="body"/>
          </p:nvPr>
        </p:nvSpPr>
        <p:spPr>
          <a:xfrm>
            <a:off x="4598741" y="3326608"/>
            <a:ext cx="2947987" cy="260508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3" name="Google Shape;63;p37"/>
          <p:cNvSpPr txBox="1"/>
          <p:nvPr>
            <p:ph idx="9" type="body"/>
          </p:nvPr>
        </p:nvSpPr>
        <p:spPr>
          <a:xfrm>
            <a:off x="8515965" y="3326608"/>
            <a:ext cx="2947987" cy="260508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List (1-5)">
  <p:cSld name="Content with List (1-5)">
    <p:spTree>
      <p:nvGrpSpPr>
        <p:cNvPr id="64" name="Shape 64"/>
        <p:cNvGrpSpPr/>
        <p:nvPr/>
      </p:nvGrpSpPr>
      <p:grpSpPr>
        <a:xfrm>
          <a:off x="0" y="0"/>
          <a:ext cx="0" cy="0"/>
          <a:chOff x="0" y="0"/>
          <a:chExt cx="0" cy="0"/>
        </a:xfrm>
      </p:grpSpPr>
      <p:sp>
        <p:nvSpPr>
          <p:cNvPr id="65" name="Google Shape;65;p40"/>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6" name="Google Shape;66;p40"/>
          <p:cNvSpPr txBox="1"/>
          <p:nvPr>
            <p:ph type="title"/>
          </p:nvPr>
        </p:nvSpPr>
        <p:spPr>
          <a:xfrm>
            <a:off x="425726" y="1497495"/>
            <a:ext cx="4025348" cy="9806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txBox="1"/>
          <p:nvPr>
            <p:ph idx="1" type="body"/>
          </p:nvPr>
        </p:nvSpPr>
        <p:spPr>
          <a:xfrm>
            <a:off x="425726" y="998151"/>
            <a:ext cx="4051300" cy="2470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8" name="Google Shape;68;p40"/>
          <p:cNvSpPr txBox="1"/>
          <p:nvPr>
            <p:ph idx="2" type="body"/>
          </p:nvPr>
        </p:nvSpPr>
        <p:spPr>
          <a:xfrm>
            <a:off x="425726" y="2730487"/>
            <a:ext cx="4051300" cy="32860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69" name="Google Shape;69;p40"/>
          <p:cNvPicPr preferRelativeResize="0"/>
          <p:nvPr/>
        </p:nvPicPr>
        <p:blipFill rotWithShape="1">
          <a:blip r:embed="rId2">
            <a:alphaModFix/>
          </a:blip>
          <a:srcRect b="0" l="0" r="0" t="0"/>
          <a:stretch/>
        </p:blipFill>
        <p:spPr>
          <a:xfrm>
            <a:off x="5751443" y="1501774"/>
            <a:ext cx="606564" cy="606564"/>
          </a:xfrm>
          <a:prstGeom prst="rect">
            <a:avLst/>
          </a:prstGeom>
          <a:noFill/>
          <a:ln>
            <a:noFill/>
          </a:ln>
        </p:spPr>
      </p:pic>
      <p:pic>
        <p:nvPicPr>
          <p:cNvPr id="70" name="Google Shape;70;p40"/>
          <p:cNvPicPr preferRelativeResize="0"/>
          <p:nvPr/>
        </p:nvPicPr>
        <p:blipFill rotWithShape="1">
          <a:blip r:embed="rId3">
            <a:alphaModFix/>
          </a:blip>
          <a:srcRect b="0" l="0" r="0" t="0"/>
          <a:stretch/>
        </p:blipFill>
        <p:spPr>
          <a:xfrm>
            <a:off x="5751443" y="2440003"/>
            <a:ext cx="606564" cy="606564"/>
          </a:xfrm>
          <a:prstGeom prst="rect">
            <a:avLst/>
          </a:prstGeom>
          <a:noFill/>
          <a:ln>
            <a:noFill/>
          </a:ln>
        </p:spPr>
      </p:pic>
      <p:pic>
        <p:nvPicPr>
          <p:cNvPr id="71" name="Google Shape;71;p40"/>
          <p:cNvPicPr preferRelativeResize="0"/>
          <p:nvPr/>
        </p:nvPicPr>
        <p:blipFill rotWithShape="1">
          <a:blip r:embed="rId4">
            <a:alphaModFix/>
          </a:blip>
          <a:srcRect b="0" l="0" r="0" t="0"/>
          <a:stretch/>
        </p:blipFill>
        <p:spPr>
          <a:xfrm>
            <a:off x="5756549" y="3378232"/>
            <a:ext cx="606564" cy="606564"/>
          </a:xfrm>
          <a:prstGeom prst="rect">
            <a:avLst/>
          </a:prstGeom>
          <a:noFill/>
          <a:ln>
            <a:noFill/>
          </a:ln>
        </p:spPr>
      </p:pic>
      <p:pic>
        <p:nvPicPr>
          <p:cNvPr id="72" name="Google Shape;72;p40"/>
          <p:cNvPicPr preferRelativeResize="0"/>
          <p:nvPr/>
        </p:nvPicPr>
        <p:blipFill rotWithShape="1">
          <a:blip r:embed="rId5">
            <a:alphaModFix/>
          </a:blip>
          <a:srcRect b="0" l="0" r="0" t="0"/>
          <a:stretch/>
        </p:blipFill>
        <p:spPr>
          <a:xfrm>
            <a:off x="5751443" y="4316461"/>
            <a:ext cx="606564" cy="606564"/>
          </a:xfrm>
          <a:prstGeom prst="rect">
            <a:avLst/>
          </a:prstGeom>
          <a:noFill/>
          <a:ln>
            <a:noFill/>
          </a:ln>
        </p:spPr>
      </p:pic>
      <p:pic>
        <p:nvPicPr>
          <p:cNvPr id="73" name="Google Shape;73;p40"/>
          <p:cNvPicPr preferRelativeResize="0"/>
          <p:nvPr/>
        </p:nvPicPr>
        <p:blipFill rotWithShape="1">
          <a:blip r:embed="rId6">
            <a:alphaModFix/>
          </a:blip>
          <a:srcRect b="0" l="0" r="0" t="0"/>
          <a:stretch/>
        </p:blipFill>
        <p:spPr>
          <a:xfrm>
            <a:off x="5751443" y="5254690"/>
            <a:ext cx="606564" cy="606564"/>
          </a:xfrm>
          <a:prstGeom prst="rect">
            <a:avLst/>
          </a:prstGeom>
          <a:noFill/>
          <a:ln>
            <a:noFill/>
          </a:ln>
        </p:spPr>
      </p:pic>
      <p:sp>
        <p:nvSpPr>
          <p:cNvPr id="74" name="Google Shape;74;p40"/>
          <p:cNvSpPr txBox="1"/>
          <p:nvPr>
            <p:ph idx="3" type="body"/>
          </p:nvPr>
        </p:nvSpPr>
        <p:spPr>
          <a:xfrm>
            <a:off x="6732518" y="1501775"/>
            <a:ext cx="4651375" cy="60656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5" name="Google Shape;75;p40"/>
          <p:cNvSpPr txBox="1"/>
          <p:nvPr>
            <p:ph idx="4" type="body"/>
          </p:nvPr>
        </p:nvSpPr>
        <p:spPr>
          <a:xfrm>
            <a:off x="6732517" y="2440003"/>
            <a:ext cx="4651375" cy="60656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40"/>
          <p:cNvSpPr txBox="1"/>
          <p:nvPr>
            <p:ph idx="5" type="body"/>
          </p:nvPr>
        </p:nvSpPr>
        <p:spPr>
          <a:xfrm>
            <a:off x="6732517" y="3378232"/>
            <a:ext cx="4651375" cy="60656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7" name="Google Shape;77;p40"/>
          <p:cNvSpPr txBox="1"/>
          <p:nvPr>
            <p:ph idx="6" type="body"/>
          </p:nvPr>
        </p:nvSpPr>
        <p:spPr>
          <a:xfrm>
            <a:off x="6732517" y="4316461"/>
            <a:ext cx="4651375" cy="60656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8" name="Google Shape;78;p40"/>
          <p:cNvSpPr txBox="1"/>
          <p:nvPr>
            <p:ph idx="7" type="body"/>
          </p:nvPr>
        </p:nvSpPr>
        <p:spPr>
          <a:xfrm>
            <a:off x="6732517" y="5254690"/>
            <a:ext cx="4651375" cy="60656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with Body Copy">
  <p:cSld name="Headline with Body Copy">
    <p:spTree>
      <p:nvGrpSpPr>
        <p:cNvPr id="79" name="Shape 79"/>
        <p:cNvGrpSpPr/>
        <p:nvPr/>
      </p:nvGrpSpPr>
      <p:grpSpPr>
        <a:xfrm>
          <a:off x="0" y="0"/>
          <a:ext cx="0" cy="0"/>
          <a:chOff x="0" y="0"/>
          <a:chExt cx="0" cy="0"/>
        </a:xfrm>
      </p:grpSpPr>
      <p:sp>
        <p:nvSpPr>
          <p:cNvPr id="80" name="Google Shape;80;p41"/>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1" name="Google Shape;81;p41"/>
          <p:cNvSpPr txBox="1"/>
          <p:nvPr>
            <p:ph type="title"/>
          </p:nvPr>
        </p:nvSpPr>
        <p:spPr>
          <a:xfrm>
            <a:off x="425726" y="1497495"/>
            <a:ext cx="4025348" cy="9806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1"/>
          <p:cNvSpPr txBox="1"/>
          <p:nvPr>
            <p:ph idx="1" type="body"/>
          </p:nvPr>
        </p:nvSpPr>
        <p:spPr>
          <a:xfrm>
            <a:off x="425726" y="2730487"/>
            <a:ext cx="4051300" cy="32860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3" name="Google Shape;83;p41"/>
          <p:cNvSpPr txBox="1"/>
          <p:nvPr>
            <p:ph idx="2" type="body"/>
          </p:nvPr>
        </p:nvSpPr>
        <p:spPr>
          <a:xfrm>
            <a:off x="6096000" y="1698000"/>
            <a:ext cx="5151120" cy="384326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a:lvl1pPr>
            <a:lvl2pPr indent="-228600" lvl="1" marL="914400" algn="l">
              <a:lnSpc>
                <a:spcPct val="90000"/>
              </a:lnSpc>
              <a:spcBef>
                <a:spcPts val="500"/>
              </a:spcBef>
              <a:spcAft>
                <a:spcPts val="0"/>
              </a:spcAft>
              <a:buClr>
                <a:schemeClr val="lt1"/>
              </a:buClr>
              <a:buSzPts val="2400"/>
              <a:buNone/>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with Horizontal Photo">
  <p:cSld name="Headline with Horizontal Photo">
    <p:spTree>
      <p:nvGrpSpPr>
        <p:cNvPr id="84" name="Shape 84"/>
        <p:cNvGrpSpPr/>
        <p:nvPr/>
      </p:nvGrpSpPr>
      <p:grpSpPr>
        <a:xfrm>
          <a:off x="0" y="0"/>
          <a:ext cx="0" cy="0"/>
          <a:chOff x="0" y="0"/>
          <a:chExt cx="0" cy="0"/>
        </a:xfrm>
      </p:grpSpPr>
      <p:sp>
        <p:nvSpPr>
          <p:cNvPr id="85" name="Google Shape;85;p42"/>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6" name="Google Shape;86;p42"/>
          <p:cNvSpPr/>
          <p:nvPr>
            <p:ph idx="2" type="pic"/>
          </p:nvPr>
        </p:nvSpPr>
        <p:spPr>
          <a:xfrm>
            <a:off x="5499651" y="1399692"/>
            <a:ext cx="6135758" cy="4090507"/>
          </a:xfrm>
          <a:prstGeom prst="rect">
            <a:avLst/>
          </a:prstGeom>
          <a:noFill/>
          <a:ln>
            <a:noFill/>
          </a:ln>
        </p:spPr>
      </p:sp>
      <p:sp>
        <p:nvSpPr>
          <p:cNvPr id="87" name="Google Shape;87;p42"/>
          <p:cNvSpPr txBox="1"/>
          <p:nvPr>
            <p:ph idx="1" type="body"/>
          </p:nvPr>
        </p:nvSpPr>
        <p:spPr>
          <a:xfrm>
            <a:off x="7584109" y="5507366"/>
            <a:ext cx="4051300" cy="393562"/>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lt1"/>
              </a:buClr>
              <a:buSzPts val="1100"/>
              <a:buNone/>
              <a:defRPr b="0" i="1" sz="11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 name="Google Shape;88;p42"/>
          <p:cNvSpPr txBox="1"/>
          <p:nvPr>
            <p:ph type="title"/>
          </p:nvPr>
        </p:nvSpPr>
        <p:spPr>
          <a:xfrm>
            <a:off x="425726" y="1497495"/>
            <a:ext cx="4025348" cy="9806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42"/>
          <p:cNvSpPr txBox="1"/>
          <p:nvPr>
            <p:ph idx="3" type="body"/>
          </p:nvPr>
        </p:nvSpPr>
        <p:spPr>
          <a:xfrm>
            <a:off x="425726" y="2730487"/>
            <a:ext cx="4051300" cy="32860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with Vertical Photo">
  <p:cSld name="Headline with Vertical Photo">
    <p:spTree>
      <p:nvGrpSpPr>
        <p:cNvPr id="90" name="Shape 90"/>
        <p:cNvGrpSpPr/>
        <p:nvPr/>
      </p:nvGrpSpPr>
      <p:grpSpPr>
        <a:xfrm>
          <a:off x="0" y="0"/>
          <a:ext cx="0" cy="0"/>
          <a:chOff x="0" y="0"/>
          <a:chExt cx="0" cy="0"/>
        </a:xfrm>
      </p:grpSpPr>
      <p:sp>
        <p:nvSpPr>
          <p:cNvPr id="91" name="Google Shape;91;p43"/>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43"/>
          <p:cNvSpPr/>
          <p:nvPr>
            <p:ph idx="2" type="pic"/>
          </p:nvPr>
        </p:nvSpPr>
        <p:spPr>
          <a:xfrm>
            <a:off x="6726639" y="559878"/>
            <a:ext cx="3619627" cy="5429442"/>
          </a:xfrm>
          <a:prstGeom prst="rect">
            <a:avLst/>
          </a:prstGeom>
          <a:noFill/>
          <a:ln>
            <a:noFill/>
          </a:ln>
        </p:spPr>
      </p:sp>
      <p:sp>
        <p:nvSpPr>
          <p:cNvPr id="93" name="Google Shape;93;p43"/>
          <p:cNvSpPr txBox="1"/>
          <p:nvPr>
            <p:ph type="title"/>
          </p:nvPr>
        </p:nvSpPr>
        <p:spPr>
          <a:xfrm>
            <a:off x="425726" y="1497495"/>
            <a:ext cx="4025348" cy="9806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43"/>
          <p:cNvSpPr txBox="1"/>
          <p:nvPr>
            <p:ph idx="1" type="body"/>
          </p:nvPr>
        </p:nvSpPr>
        <p:spPr>
          <a:xfrm>
            <a:off x="425726" y="2730487"/>
            <a:ext cx="4051300" cy="32860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with Photo">
  <p:cSld name="Headline with Photo">
    <p:spTree>
      <p:nvGrpSpPr>
        <p:cNvPr id="95" name="Shape 95"/>
        <p:cNvGrpSpPr/>
        <p:nvPr/>
      </p:nvGrpSpPr>
      <p:grpSpPr>
        <a:xfrm>
          <a:off x="0" y="0"/>
          <a:ext cx="0" cy="0"/>
          <a:chOff x="0" y="0"/>
          <a:chExt cx="0" cy="0"/>
        </a:xfrm>
      </p:grpSpPr>
      <p:sp>
        <p:nvSpPr>
          <p:cNvPr id="96" name="Google Shape;96;p44"/>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logo of a college&#10;&#10;AI-generated content may be incorrect." id="97" name="Google Shape;97;p44"/>
          <p:cNvPicPr preferRelativeResize="0"/>
          <p:nvPr/>
        </p:nvPicPr>
        <p:blipFill rotWithShape="1">
          <a:blip r:embed="rId2">
            <a:alphaModFix amt="31000"/>
          </a:blip>
          <a:srcRect b="0" l="0" r="0" t="0"/>
          <a:stretch/>
        </p:blipFill>
        <p:spPr>
          <a:xfrm>
            <a:off x="10804526" y="222587"/>
            <a:ext cx="1082674" cy="1082674"/>
          </a:xfrm>
          <a:prstGeom prst="rect">
            <a:avLst/>
          </a:prstGeom>
          <a:noFill/>
          <a:ln>
            <a:noFill/>
          </a:ln>
        </p:spPr>
      </p:pic>
      <p:sp>
        <p:nvSpPr>
          <p:cNvPr id="98" name="Google Shape;98;p44"/>
          <p:cNvSpPr/>
          <p:nvPr>
            <p:ph idx="2" type="pic"/>
          </p:nvPr>
        </p:nvSpPr>
        <p:spPr>
          <a:xfrm>
            <a:off x="4876800" y="0"/>
            <a:ext cx="7315200" cy="6858000"/>
          </a:xfrm>
          <a:prstGeom prst="rect">
            <a:avLst/>
          </a:prstGeom>
          <a:noFill/>
          <a:ln>
            <a:noFill/>
          </a:ln>
        </p:spPr>
      </p:sp>
      <p:sp>
        <p:nvSpPr>
          <p:cNvPr id="99" name="Google Shape;99;p44"/>
          <p:cNvSpPr txBox="1"/>
          <p:nvPr>
            <p:ph type="title"/>
          </p:nvPr>
        </p:nvSpPr>
        <p:spPr>
          <a:xfrm>
            <a:off x="425726" y="1497495"/>
            <a:ext cx="4025348" cy="9806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4"/>
          <p:cNvSpPr txBox="1"/>
          <p:nvPr>
            <p:ph idx="1" type="body"/>
          </p:nvPr>
        </p:nvSpPr>
        <p:spPr>
          <a:xfrm>
            <a:off x="425726" y="2730487"/>
            <a:ext cx="4051300" cy="32860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Object">
  <p:cSld name="Content with Object">
    <p:spTree>
      <p:nvGrpSpPr>
        <p:cNvPr id="101" name="Shape 101"/>
        <p:cNvGrpSpPr/>
        <p:nvPr/>
      </p:nvGrpSpPr>
      <p:grpSpPr>
        <a:xfrm>
          <a:off x="0" y="0"/>
          <a:ext cx="0" cy="0"/>
          <a:chOff x="0" y="0"/>
          <a:chExt cx="0" cy="0"/>
        </a:xfrm>
      </p:grpSpPr>
      <p:sp>
        <p:nvSpPr>
          <p:cNvPr id="102" name="Google Shape;102;p45"/>
          <p:cNvSpPr txBox="1"/>
          <p:nvPr>
            <p:ph type="title"/>
          </p:nvPr>
        </p:nvSpPr>
        <p:spPr>
          <a:xfrm>
            <a:off x="625475" y="987424"/>
            <a:ext cx="3932237" cy="1069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Work Sans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45"/>
          <p:cNvSpPr txBox="1"/>
          <p:nvPr>
            <p:ph idx="1" type="body"/>
          </p:nvPr>
        </p:nvSpPr>
        <p:spPr>
          <a:xfrm>
            <a:off x="5183188" y="987425"/>
            <a:ext cx="6172200" cy="493331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104" name="Google Shape;104;p45"/>
          <p:cNvSpPr txBox="1"/>
          <p:nvPr>
            <p:ph idx="2" type="body"/>
          </p:nvPr>
        </p:nvSpPr>
        <p:spPr>
          <a:xfrm>
            <a:off x="625475" y="2298700"/>
            <a:ext cx="3932237" cy="367055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pic>
        <p:nvPicPr>
          <p:cNvPr id="105" name="Google Shape;105;p45"/>
          <p:cNvPicPr preferRelativeResize="0"/>
          <p:nvPr/>
        </p:nvPicPr>
        <p:blipFill rotWithShape="1">
          <a:blip r:embed="rId2">
            <a:alphaModFix/>
          </a:blip>
          <a:srcRect b="0" l="0" r="0" t="0"/>
          <a:stretch/>
        </p:blipFill>
        <p:spPr>
          <a:xfrm>
            <a:off x="4851400" y="611187"/>
            <a:ext cx="38100" cy="56261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p:cSld name="Photo Collage">
    <p:spTree>
      <p:nvGrpSpPr>
        <p:cNvPr id="106" name="Shape 106"/>
        <p:cNvGrpSpPr/>
        <p:nvPr/>
      </p:nvGrpSpPr>
      <p:grpSpPr>
        <a:xfrm>
          <a:off x="0" y="0"/>
          <a:ext cx="0" cy="0"/>
          <a:chOff x="0" y="0"/>
          <a:chExt cx="0" cy="0"/>
        </a:xfrm>
      </p:grpSpPr>
      <p:sp>
        <p:nvSpPr>
          <p:cNvPr id="107" name="Google Shape;107;p46"/>
          <p:cNvSpPr/>
          <p:nvPr>
            <p:ph idx="2" type="pic"/>
          </p:nvPr>
        </p:nvSpPr>
        <p:spPr>
          <a:xfrm>
            <a:off x="950277" y="956491"/>
            <a:ext cx="9036594" cy="3177177"/>
          </a:xfrm>
          <a:prstGeom prst="rect">
            <a:avLst/>
          </a:prstGeom>
          <a:noFill/>
          <a:ln>
            <a:noFill/>
          </a:ln>
        </p:spPr>
      </p:sp>
      <p:sp>
        <p:nvSpPr>
          <p:cNvPr id="108" name="Google Shape;108;p46"/>
          <p:cNvSpPr/>
          <p:nvPr>
            <p:ph idx="3" type="pic"/>
          </p:nvPr>
        </p:nvSpPr>
        <p:spPr>
          <a:xfrm>
            <a:off x="8382297" y="1871617"/>
            <a:ext cx="2796112" cy="4029892"/>
          </a:xfrm>
          <a:prstGeom prst="rect">
            <a:avLst/>
          </a:prstGeom>
          <a:noFill/>
          <a:ln>
            <a:noFill/>
          </a:ln>
        </p:spPr>
      </p:sp>
      <p:sp>
        <p:nvSpPr>
          <p:cNvPr id="109" name="Google Shape;109;p46"/>
          <p:cNvSpPr/>
          <p:nvPr>
            <p:ph idx="4" type="pic"/>
          </p:nvPr>
        </p:nvSpPr>
        <p:spPr>
          <a:xfrm>
            <a:off x="3688499" y="4578168"/>
            <a:ext cx="1032654" cy="1031240"/>
          </a:xfrm>
          <a:prstGeom prst="rect">
            <a:avLst/>
          </a:prstGeom>
          <a:noFill/>
          <a:ln>
            <a:noFill/>
          </a:ln>
        </p:spPr>
      </p:sp>
      <p:sp>
        <p:nvSpPr>
          <p:cNvPr id="110" name="Google Shape;110;p46"/>
          <p:cNvSpPr/>
          <p:nvPr>
            <p:ph idx="5" type="pic"/>
          </p:nvPr>
        </p:nvSpPr>
        <p:spPr>
          <a:xfrm>
            <a:off x="2655845" y="4578168"/>
            <a:ext cx="1032654" cy="1031240"/>
          </a:xfrm>
          <a:prstGeom prst="rect">
            <a:avLst/>
          </a:prstGeom>
          <a:noFill/>
          <a:ln>
            <a:noFill/>
          </a:ln>
        </p:spPr>
      </p:sp>
      <p:sp>
        <p:nvSpPr>
          <p:cNvPr id="111" name="Google Shape;111;p46"/>
          <p:cNvSpPr/>
          <p:nvPr>
            <p:ph idx="6" type="pic"/>
          </p:nvPr>
        </p:nvSpPr>
        <p:spPr>
          <a:xfrm>
            <a:off x="1623191" y="4578168"/>
            <a:ext cx="1032654" cy="1031240"/>
          </a:xfrm>
          <a:prstGeom prst="rect">
            <a:avLst/>
          </a:prstGeom>
          <a:noFill/>
          <a:ln>
            <a:noFill/>
          </a:ln>
        </p:spPr>
      </p:sp>
      <p:sp>
        <p:nvSpPr>
          <p:cNvPr id="112" name="Google Shape;112;p46"/>
          <p:cNvSpPr/>
          <p:nvPr>
            <p:ph idx="7" type="pic"/>
          </p:nvPr>
        </p:nvSpPr>
        <p:spPr>
          <a:xfrm>
            <a:off x="5153669" y="3915955"/>
            <a:ext cx="3228628" cy="1985554"/>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 WithPhotos - Dark Background" showMasterSp="0">
  <p:cSld name="Photo Collage - WithPhotos - Dark Background">
    <p:spTree>
      <p:nvGrpSpPr>
        <p:cNvPr id="113" name="Shape 113"/>
        <p:cNvGrpSpPr/>
        <p:nvPr/>
      </p:nvGrpSpPr>
      <p:grpSpPr>
        <a:xfrm>
          <a:off x="0" y="0"/>
          <a:ext cx="0" cy="0"/>
          <a:chOff x="0" y="0"/>
          <a:chExt cx="0" cy="0"/>
        </a:xfrm>
      </p:grpSpPr>
      <p:pic>
        <p:nvPicPr>
          <p:cNvPr descr="A building with a dome on top&#10;&#10;AI-generated content may be incorrect." id="114" name="Google Shape;114;p49"/>
          <p:cNvPicPr preferRelativeResize="0"/>
          <p:nvPr/>
        </p:nvPicPr>
        <p:blipFill rotWithShape="1">
          <a:blip r:embed="rId2">
            <a:alphaModFix/>
          </a:blip>
          <a:srcRect b="1230" l="0" r="660" t="46367"/>
          <a:stretch/>
        </p:blipFill>
        <p:spPr>
          <a:xfrm>
            <a:off x="952499" y="956491"/>
            <a:ext cx="9034372" cy="3177178"/>
          </a:xfrm>
          <a:prstGeom prst="rect">
            <a:avLst/>
          </a:prstGeom>
          <a:noFill/>
          <a:ln>
            <a:noFill/>
          </a:ln>
        </p:spPr>
      </p:pic>
      <p:pic>
        <p:nvPicPr>
          <p:cNvPr descr="A close-up of a building&#10;&#10;AI-generated content may be incorrect." id="115" name="Google Shape;115;p49"/>
          <p:cNvPicPr preferRelativeResize="0"/>
          <p:nvPr/>
        </p:nvPicPr>
        <p:blipFill rotWithShape="1">
          <a:blip r:embed="rId3">
            <a:alphaModFix/>
          </a:blip>
          <a:srcRect b="9" l="0" r="33226" t="-3"/>
          <a:stretch/>
        </p:blipFill>
        <p:spPr>
          <a:xfrm>
            <a:off x="1619856" y="4578168"/>
            <a:ext cx="1032654" cy="1031240"/>
          </a:xfrm>
          <a:prstGeom prst="rect">
            <a:avLst/>
          </a:prstGeom>
          <a:noFill/>
          <a:ln>
            <a:noFill/>
          </a:ln>
        </p:spPr>
      </p:pic>
      <p:pic>
        <p:nvPicPr>
          <p:cNvPr descr="A hand giving a thumbs up&#10;&#10;AI-generated content may be incorrect." id="116" name="Google Shape;116;p49"/>
          <p:cNvPicPr preferRelativeResize="0"/>
          <p:nvPr/>
        </p:nvPicPr>
        <p:blipFill rotWithShape="1">
          <a:blip r:embed="rId4">
            <a:alphaModFix/>
          </a:blip>
          <a:srcRect b="12807" l="35894" r="-251" t="44369"/>
          <a:stretch/>
        </p:blipFill>
        <p:spPr>
          <a:xfrm>
            <a:off x="2652510" y="4578168"/>
            <a:ext cx="1032654" cy="1031240"/>
          </a:xfrm>
          <a:prstGeom prst="rect">
            <a:avLst/>
          </a:prstGeom>
          <a:noFill/>
          <a:ln>
            <a:noFill/>
          </a:ln>
        </p:spPr>
      </p:pic>
      <p:pic>
        <p:nvPicPr>
          <p:cNvPr id="117" name="Google Shape;117;p49"/>
          <p:cNvPicPr preferRelativeResize="0"/>
          <p:nvPr/>
        </p:nvPicPr>
        <p:blipFill rotWithShape="1">
          <a:blip r:embed="rId5">
            <a:alphaModFix/>
          </a:blip>
          <a:srcRect b="12891" l="5809" r="10836" t="8941"/>
          <a:stretch/>
        </p:blipFill>
        <p:spPr>
          <a:xfrm>
            <a:off x="5153669" y="3919505"/>
            <a:ext cx="3228628" cy="2018496"/>
          </a:xfrm>
          <a:prstGeom prst="rect">
            <a:avLst/>
          </a:prstGeom>
          <a:noFill/>
          <a:ln>
            <a:noFill/>
          </a:ln>
        </p:spPr>
      </p:pic>
      <p:pic>
        <p:nvPicPr>
          <p:cNvPr id="118" name="Google Shape;118;p49"/>
          <p:cNvPicPr preferRelativeResize="0"/>
          <p:nvPr/>
        </p:nvPicPr>
        <p:blipFill rotWithShape="1">
          <a:blip r:embed="rId6">
            <a:alphaModFix/>
          </a:blip>
          <a:srcRect b="0" l="16645" r="16645" t="0"/>
          <a:stretch/>
        </p:blipFill>
        <p:spPr>
          <a:xfrm>
            <a:off x="3681136" y="4578168"/>
            <a:ext cx="1032654" cy="1031240"/>
          </a:xfrm>
          <a:prstGeom prst="rect">
            <a:avLst/>
          </a:prstGeom>
          <a:noFill/>
          <a:ln>
            <a:noFill/>
          </a:ln>
        </p:spPr>
      </p:pic>
      <p:pic>
        <p:nvPicPr>
          <p:cNvPr id="119" name="Google Shape;119;p49"/>
          <p:cNvPicPr preferRelativeResize="0"/>
          <p:nvPr/>
        </p:nvPicPr>
        <p:blipFill rotWithShape="1">
          <a:blip r:embed="rId7">
            <a:alphaModFix/>
          </a:blip>
          <a:srcRect b="0" l="25889" r="29734" t="6082"/>
          <a:stretch/>
        </p:blipFill>
        <p:spPr>
          <a:xfrm>
            <a:off x="8382297" y="1904559"/>
            <a:ext cx="2857204" cy="4029892"/>
          </a:xfrm>
          <a:prstGeom prst="rect">
            <a:avLst/>
          </a:prstGeom>
          <a:noFill/>
          <a:ln>
            <a:noFill/>
          </a:ln>
        </p:spPr>
      </p:pic>
      <p:pic>
        <p:nvPicPr>
          <p:cNvPr descr="A white text on a black background&#10;&#10;AI-generated content may be incorrect." id="120" name="Google Shape;120;p49"/>
          <p:cNvPicPr preferRelativeResize="0"/>
          <p:nvPr/>
        </p:nvPicPr>
        <p:blipFill rotWithShape="1">
          <a:blip r:embed="rId8">
            <a:alphaModFix/>
          </a:blip>
          <a:srcRect b="0" l="0" r="0" t="0"/>
          <a:stretch/>
        </p:blipFill>
        <p:spPr>
          <a:xfrm>
            <a:off x="10199314" y="974725"/>
            <a:ext cx="807548" cy="80754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Photo Collage">
  <p:cSld name="Small Photo Collage">
    <p:spTree>
      <p:nvGrpSpPr>
        <p:cNvPr id="121" name="Shape 121"/>
        <p:cNvGrpSpPr/>
        <p:nvPr/>
      </p:nvGrpSpPr>
      <p:grpSpPr>
        <a:xfrm>
          <a:off x="0" y="0"/>
          <a:ext cx="0" cy="0"/>
          <a:chOff x="0" y="0"/>
          <a:chExt cx="0" cy="0"/>
        </a:xfrm>
      </p:grpSpPr>
      <p:sp>
        <p:nvSpPr>
          <p:cNvPr id="122" name="Google Shape;122;p52"/>
          <p:cNvSpPr/>
          <p:nvPr>
            <p:ph idx="2" type="pic"/>
          </p:nvPr>
        </p:nvSpPr>
        <p:spPr>
          <a:xfrm>
            <a:off x="5533697" y="1445218"/>
            <a:ext cx="6658303" cy="2669578"/>
          </a:xfrm>
          <a:prstGeom prst="rect">
            <a:avLst/>
          </a:prstGeom>
          <a:noFill/>
          <a:ln>
            <a:noFill/>
          </a:ln>
        </p:spPr>
      </p:sp>
      <p:sp>
        <p:nvSpPr>
          <p:cNvPr id="123" name="Google Shape;123;p52"/>
          <p:cNvSpPr/>
          <p:nvPr>
            <p:ph idx="3" type="pic"/>
          </p:nvPr>
        </p:nvSpPr>
        <p:spPr>
          <a:xfrm>
            <a:off x="9686803" y="3158205"/>
            <a:ext cx="1852268" cy="2669578"/>
          </a:xfrm>
          <a:prstGeom prst="rect">
            <a:avLst/>
          </a:prstGeom>
          <a:noFill/>
          <a:ln>
            <a:noFill/>
          </a:ln>
        </p:spPr>
      </p:sp>
      <p:sp>
        <p:nvSpPr>
          <p:cNvPr id="124" name="Google Shape;124;p52"/>
          <p:cNvSpPr/>
          <p:nvPr>
            <p:ph idx="4" type="pic"/>
          </p:nvPr>
        </p:nvSpPr>
        <p:spPr>
          <a:xfrm>
            <a:off x="7092828" y="4502867"/>
            <a:ext cx="2138785" cy="1315318"/>
          </a:xfrm>
          <a:prstGeom prst="rect">
            <a:avLst/>
          </a:prstGeom>
          <a:noFill/>
          <a:ln>
            <a:noFill/>
          </a:ln>
        </p:spPr>
      </p:sp>
      <p:sp>
        <p:nvSpPr>
          <p:cNvPr id="125" name="Google Shape;125;p52"/>
          <p:cNvSpPr/>
          <p:nvPr/>
        </p:nvSpPr>
        <p:spPr>
          <a:xfrm>
            <a:off x="0" y="0"/>
            <a:ext cx="48768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52"/>
          <p:cNvSpPr txBox="1"/>
          <p:nvPr>
            <p:ph type="title"/>
          </p:nvPr>
        </p:nvSpPr>
        <p:spPr>
          <a:xfrm>
            <a:off x="425726" y="2403613"/>
            <a:ext cx="4025348" cy="205077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3200"/>
              <a:buFont typeface="Work Sans Black"/>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Photo">
  <p:cSld name="Full Slide Photo">
    <p:bg>
      <p:bgPr>
        <a:solidFill>
          <a:schemeClr val="dk2"/>
        </a:solidFill>
      </p:bgPr>
    </p:bg>
    <p:spTree>
      <p:nvGrpSpPr>
        <p:cNvPr id="127" name="Shape 127"/>
        <p:cNvGrpSpPr/>
        <p:nvPr/>
      </p:nvGrpSpPr>
      <p:grpSpPr>
        <a:xfrm>
          <a:off x="0" y="0"/>
          <a:ext cx="0" cy="0"/>
          <a:chOff x="0" y="0"/>
          <a:chExt cx="0" cy="0"/>
        </a:xfrm>
      </p:grpSpPr>
      <p:sp>
        <p:nvSpPr>
          <p:cNvPr id="128" name="Google Shape;128;p53"/>
          <p:cNvSpPr/>
          <p:nvPr>
            <p:ph idx="2" type="pic"/>
          </p:nvPr>
        </p:nvSpPr>
        <p:spPr>
          <a:xfrm>
            <a:off x="0" y="0"/>
            <a:ext cx="12192000" cy="6857999"/>
          </a:xfrm>
          <a:prstGeom prst="rect">
            <a:avLst/>
          </a:prstGeom>
          <a:noFill/>
          <a:ln>
            <a:noFill/>
          </a:ln>
        </p:spPr>
      </p:sp>
      <p:pic>
        <p:nvPicPr>
          <p:cNvPr descr="A logo of a college&#10;&#10;AI-generated content may be incorrect." id="129" name="Google Shape;129;p53"/>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gether, We Stand" showMasterSp="0">
  <p:cSld name="Together, We Stand">
    <p:bg>
      <p:bgPr>
        <a:solidFill>
          <a:schemeClr val="dk2"/>
        </a:solidFill>
      </p:bgPr>
    </p:bg>
    <p:spTree>
      <p:nvGrpSpPr>
        <p:cNvPr id="130" name="Shape 130"/>
        <p:cNvGrpSpPr/>
        <p:nvPr/>
      </p:nvGrpSpPr>
      <p:grpSpPr>
        <a:xfrm>
          <a:off x="0" y="0"/>
          <a:ext cx="0" cy="0"/>
          <a:chOff x="0" y="0"/>
          <a:chExt cx="0" cy="0"/>
        </a:xfrm>
      </p:grpSpPr>
      <p:pic>
        <p:nvPicPr>
          <p:cNvPr id="131" name="Google Shape;131;p54"/>
          <p:cNvPicPr preferRelativeResize="0"/>
          <p:nvPr/>
        </p:nvPicPr>
        <p:blipFill rotWithShape="1">
          <a:blip r:embed="rId2">
            <a:alphaModFix/>
          </a:blip>
          <a:srcRect b="0" l="0" r="0" t="0"/>
          <a:stretch/>
        </p:blipFill>
        <p:spPr>
          <a:xfrm>
            <a:off x="2100806" y="3310361"/>
            <a:ext cx="7990387" cy="1261640"/>
          </a:xfrm>
          <a:prstGeom prst="rect">
            <a:avLst/>
          </a:prstGeom>
          <a:noFill/>
          <a:ln>
            <a:noFill/>
          </a:ln>
        </p:spPr>
      </p:pic>
      <p:pic>
        <p:nvPicPr>
          <p:cNvPr descr="A white text on a black background&#10;&#10;AI-generated content may be incorrect." id="132" name="Google Shape;132;p54"/>
          <p:cNvPicPr preferRelativeResize="0"/>
          <p:nvPr/>
        </p:nvPicPr>
        <p:blipFill rotWithShape="1">
          <a:blip r:embed="rId3">
            <a:alphaModFix/>
          </a:blip>
          <a:srcRect b="0" l="0" r="0" t="0"/>
          <a:stretch/>
        </p:blipFill>
        <p:spPr>
          <a:xfrm>
            <a:off x="5559425" y="1576761"/>
            <a:ext cx="1073150" cy="10731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ger Impact" showMasterSp="0">
  <p:cSld name="Bigger Impact">
    <p:bg>
      <p:bgPr>
        <a:solidFill>
          <a:schemeClr val="dk2"/>
        </a:solidFill>
      </p:bgPr>
    </p:bg>
    <p:spTree>
      <p:nvGrpSpPr>
        <p:cNvPr id="133" name="Shape 133"/>
        <p:cNvGrpSpPr/>
        <p:nvPr/>
      </p:nvGrpSpPr>
      <p:grpSpPr>
        <a:xfrm>
          <a:off x="0" y="0"/>
          <a:ext cx="0" cy="0"/>
          <a:chOff x="0" y="0"/>
          <a:chExt cx="0" cy="0"/>
        </a:xfrm>
      </p:grpSpPr>
      <p:pic>
        <p:nvPicPr>
          <p:cNvPr id="134" name="Google Shape;134;p55"/>
          <p:cNvPicPr preferRelativeResize="0"/>
          <p:nvPr/>
        </p:nvPicPr>
        <p:blipFill rotWithShape="1">
          <a:blip r:embed="rId2">
            <a:alphaModFix/>
          </a:blip>
          <a:srcRect b="0" l="0" r="0" t="0"/>
          <a:stretch/>
        </p:blipFill>
        <p:spPr>
          <a:xfrm>
            <a:off x="1491012" y="3310361"/>
            <a:ext cx="9209972" cy="1261640"/>
          </a:xfrm>
          <a:prstGeom prst="rect">
            <a:avLst/>
          </a:prstGeom>
          <a:noFill/>
          <a:ln>
            <a:noFill/>
          </a:ln>
        </p:spPr>
      </p:pic>
      <p:pic>
        <p:nvPicPr>
          <p:cNvPr descr="A white text on a black background&#10;&#10;AI-generated content may be incorrect." id="135" name="Google Shape;135;p55"/>
          <p:cNvPicPr preferRelativeResize="0"/>
          <p:nvPr/>
        </p:nvPicPr>
        <p:blipFill rotWithShape="1">
          <a:blip r:embed="rId3">
            <a:alphaModFix/>
          </a:blip>
          <a:srcRect b="0" l="0" r="0" t="0"/>
          <a:stretch/>
        </p:blipFill>
        <p:spPr>
          <a:xfrm>
            <a:off x="5559425" y="1576761"/>
            <a:ext cx="1073150" cy="10731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White">
  <p:cSld name="Section Divider - White">
    <p:bg>
      <p:bgPr>
        <a:solidFill>
          <a:schemeClr val="lt1"/>
        </a:solidFill>
      </p:bgPr>
    </p:bg>
    <p:spTree>
      <p:nvGrpSpPr>
        <p:cNvPr id="136" name="Shape 136"/>
        <p:cNvGrpSpPr/>
        <p:nvPr/>
      </p:nvGrpSpPr>
      <p:grpSpPr>
        <a:xfrm>
          <a:off x="0" y="0"/>
          <a:ext cx="0" cy="0"/>
          <a:chOff x="0" y="0"/>
          <a:chExt cx="0" cy="0"/>
        </a:xfrm>
      </p:grpSpPr>
      <p:sp>
        <p:nvSpPr>
          <p:cNvPr id="137" name="Google Shape;137;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Work Sans Black"/>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777777"/>
              </a:buClr>
              <a:buSzPts val="2000"/>
              <a:buNone/>
              <a:defRPr sz="2000">
                <a:solidFill>
                  <a:srgbClr val="777777"/>
                </a:solidFill>
              </a:defRPr>
            </a:lvl2pPr>
            <a:lvl3pPr indent="-228600" lvl="2" marL="1371600" algn="l">
              <a:lnSpc>
                <a:spcPct val="90000"/>
              </a:lnSpc>
              <a:spcBef>
                <a:spcPts val="500"/>
              </a:spcBef>
              <a:spcAft>
                <a:spcPts val="0"/>
              </a:spcAft>
              <a:buClr>
                <a:srgbClr val="777777"/>
              </a:buClr>
              <a:buSzPts val="1800"/>
              <a:buNone/>
              <a:defRPr sz="1800">
                <a:solidFill>
                  <a:srgbClr val="777777"/>
                </a:solidFill>
              </a:defRPr>
            </a:lvl3pPr>
            <a:lvl4pPr indent="-228600" lvl="3" marL="1828800" algn="l">
              <a:lnSpc>
                <a:spcPct val="90000"/>
              </a:lnSpc>
              <a:spcBef>
                <a:spcPts val="500"/>
              </a:spcBef>
              <a:spcAft>
                <a:spcPts val="0"/>
              </a:spcAft>
              <a:buClr>
                <a:srgbClr val="777777"/>
              </a:buClr>
              <a:buSzPts val="1600"/>
              <a:buNone/>
              <a:defRPr sz="1600">
                <a:solidFill>
                  <a:srgbClr val="777777"/>
                </a:solidFill>
              </a:defRPr>
            </a:lvl4pPr>
            <a:lvl5pPr indent="-228600" lvl="4" marL="2286000" algn="l">
              <a:lnSpc>
                <a:spcPct val="90000"/>
              </a:lnSpc>
              <a:spcBef>
                <a:spcPts val="500"/>
              </a:spcBef>
              <a:spcAft>
                <a:spcPts val="0"/>
              </a:spcAft>
              <a:buClr>
                <a:srgbClr val="777777"/>
              </a:buClr>
              <a:buSzPts val="1600"/>
              <a:buNone/>
              <a:defRPr sz="1600">
                <a:solidFill>
                  <a:srgbClr val="777777"/>
                </a:solidFill>
              </a:defRPr>
            </a:lvl5pPr>
            <a:lvl6pPr indent="-228600" lvl="5" marL="2743200" algn="l">
              <a:lnSpc>
                <a:spcPct val="90000"/>
              </a:lnSpc>
              <a:spcBef>
                <a:spcPts val="500"/>
              </a:spcBef>
              <a:spcAft>
                <a:spcPts val="0"/>
              </a:spcAft>
              <a:buClr>
                <a:srgbClr val="777777"/>
              </a:buClr>
              <a:buSzPts val="1600"/>
              <a:buNone/>
              <a:defRPr sz="1600">
                <a:solidFill>
                  <a:srgbClr val="777777"/>
                </a:solidFill>
              </a:defRPr>
            </a:lvl6pPr>
            <a:lvl7pPr indent="-228600" lvl="6" marL="3200400" algn="l">
              <a:lnSpc>
                <a:spcPct val="90000"/>
              </a:lnSpc>
              <a:spcBef>
                <a:spcPts val="500"/>
              </a:spcBef>
              <a:spcAft>
                <a:spcPts val="0"/>
              </a:spcAft>
              <a:buClr>
                <a:srgbClr val="777777"/>
              </a:buClr>
              <a:buSzPts val="1600"/>
              <a:buNone/>
              <a:defRPr sz="1600">
                <a:solidFill>
                  <a:srgbClr val="777777"/>
                </a:solidFill>
              </a:defRPr>
            </a:lvl7pPr>
            <a:lvl8pPr indent="-228600" lvl="7" marL="3657600" algn="l">
              <a:lnSpc>
                <a:spcPct val="90000"/>
              </a:lnSpc>
              <a:spcBef>
                <a:spcPts val="500"/>
              </a:spcBef>
              <a:spcAft>
                <a:spcPts val="0"/>
              </a:spcAft>
              <a:buClr>
                <a:srgbClr val="777777"/>
              </a:buClr>
              <a:buSzPts val="1600"/>
              <a:buNone/>
              <a:defRPr sz="1600">
                <a:solidFill>
                  <a:srgbClr val="777777"/>
                </a:solidFill>
              </a:defRPr>
            </a:lvl8pPr>
            <a:lvl9pPr indent="-228600" lvl="8" marL="4114800" algn="l">
              <a:lnSpc>
                <a:spcPct val="90000"/>
              </a:lnSpc>
              <a:spcBef>
                <a:spcPts val="500"/>
              </a:spcBef>
              <a:spcAft>
                <a:spcPts val="0"/>
              </a:spcAft>
              <a:buClr>
                <a:srgbClr val="777777"/>
              </a:buClr>
              <a:buSzPts val="1600"/>
              <a:buNone/>
              <a:defRPr sz="1600">
                <a:solidFill>
                  <a:srgbClr val="777777"/>
                </a:solidFill>
              </a:defRPr>
            </a:lvl9pPr>
          </a:lstStyle>
          <a:p/>
        </p:txBody>
      </p:sp>
      <p:pic>
        <p:nvPicPr>
          <p:cNvPr descr="A logo of a college&#10;&#10;AI-generated content may be incorrect." id="139" name="Google Shape;139;p30"/>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Gray">
  <p:cSld name="Section Divider - Gray">
    <p:bg>
      <p:bgPr>
        <a:solidFill>
          <a:srgbClr val="EAEAEA"/>
        </a:solidFill>
      </p:bgPr>
    </p:bg>
    <p:spTree>
      <p:nvGrpSpPr>
        <p:cNvPr id="140" name="Shape 140"/>
        <p:cNvGrpSpPr/>
        <p:nvPr/>
      </p:nvGrpSpPr>
      <p:grpSpPr>
        <a:xfrm>
          <a:off x="0" y="0"/>
          <a:ext cx="0" cy="0"/>
          <a:chOff x="0" y="0"/>
          <a:chExt cx="0" cy="0"/>
        </a:xfrm>
      </p:grpSpPr>
      <p:sp>
        <p:nvSpPr>
          <p:cNvPr id="141" name="Google Shape;141;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Work Sans Black"/>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777777"/>
              </a:buClr>
              <a:buSzPts val="2000"/>
              <a:buNone/>
              <a:defRPr sz="2000">
                <a:solidFill>
                  <a:srgbClr val="777777"/>
                </a:solidFill>
              </a:defRPr>
            </a:lvl2pPr>
            <a:lvl3pPr indent="-228600" lvl="2" marL="1371600" algn="l">
              <a:lnSpc>
                <a:spcPct val="90000"/>
              </a:lnSpc>
              <a:spcBef>
                <a:spcPts val="500"/>
              </a:spcBef>
              <a:spcAft>
                <a:spcPts val="0"/>
              </a:spcAft>
              <a:buClr>
                <a:srgbClr val="777777"/>
              </a:buClr>
              <a:buSzPts val="1800"/>
              <a:buNone/>
              <a:defRPr sz="1800">
                <a:solidFill>
                  <a:srgbClr val="777777"/>
                </a:solidFill>
              </a:defRPr>
            </a:lvl3pPr>
            <a:lvl4pPr indent="-228600" lvl="3" marL="1828800" algn="l">
              <a:lnSpc>
                <a:spcPct val="90000"/>
              </a:lnSpc>
              <a:spcBef>
                <a:spcPts val="500"/>
              </a:spcBef>
              <a:spcAft>
                <a:spcPts val="0"/>
              </a:spcAft>
              <a:buClr>
                <a:srgbClr val="777777"/>
              </a:buClr>
              <a:buSzPts val="1600"/>
              <a:buNone/>
              <a:defRPr sz="1600">
                <a:solidFill>
                  <a:srgbClr val="777777"/>
                </a:solidFill>
              </a:defRPr>
            </a:lvl4pPr>
            <a:lvl5pPr indent="-228600" lvl="4" marL="2286000" algn="l">
              <a:lnSpc>
                <a:spcPct val="90000"/>
              </a:lnSpc>
              <a:spcBef>
                <a:spcPts val="500"/>
              </a:spcBef>
              <a:spcAft>
                <a:spcPts val="0"/>
              </a:spcAft>
              <a:buClr>
                <a:srgbClr val="777777"/>
              </a:buClr>
              <a:buSzPts val="1600"/>
              <a:buNone/>
              <a:defRPr sz="1600">
                <a:solidFill>
                  <a:srgbClr val="777777"/>
                </a:solidFill>
              </a:defRPr>
            </a:lvl5pPr>
            <a:lvl6pPr indent="-228600" lvl="5" marL="2743200" algn="l">
              <a:lnSpc>
                <a:spcPct val="90000"/>
              </a:lnSpc>
              <a:spcBef>
                <a:spcPts val="500"/>
              </a:spcBef>
              <a:spcAft>
                <a:spcPts val="0"/>
              </a:spcAft>
              <a:buClr>
                <a:srgbClr val="777777"/>
              </a:buClr>
              <a:buSzPts val="1600"/>
              <a:buNone/>
              <a:defRPr sz="1600">
                <a:solidFill>
                  <a:srgbClr val="777777"/>
                </a:solidFill>
              </a:defRPr>
            </a:lvl6pPr>
            <a:lvl7pPr indent="-228600" lvl="6" marL="3200400" algn="l">
              <a:lnSpc>
                <a:spcPct val="90000"/>
              </a:lnSpc>
              <a:spcBef>
                <a:spcPts val="500"/>
              </a:spcBef>
              <a:spcAft>
                <a:spcPts val="0"/>
              </a:spcAft>
              <a:buClr>
                <a:srgbClr val="777777"/>
              </a:buClr>
              <a:buSzPts val="1600"/>
              <a:buNone/>
              <a:defRPr sz="1600">
                <a:solidFill>
                  <a:srgbClr val="777777"/>
                </a:solidFill>
              </a:defRPr>
            </a:lvl7pPr>
            <a:lvl8pPr indent="-228600" lvl="7" marL="3657600" algn="l">
              <a:lnSpc>
                <a:spcPct val="90000"/>
              </a:lnSpc>
              <a:spcBef>
                <a:spcPts val="500"/>
              </a:spcBef>
              <a:spcAft>
                <a:spcPts val="0"/>
              </a:spcAft>
              <a:buClr>
                <a:srgbClr val="777777"/>
              </a:buClr>
              <a:buSzPts val="1600"/>
              <a:buNone/>
              <a:defRPr sz="1600">
                <a:solidFill>
                  <a:srgbClr val="777777"/>
                </a:solidFill>
              </a:defRPr>
            </a:lvl8pPr>
            <a:lvl9pPr indent="-228600" lvl="8" marL="4114800" algn="l">
              <a:lnSpc>
                <a:spcPct val="90000"/>
              </a:lnSpc>
              <a:spcBef>
                <a:spcPts val="500"/>
              </a:spcBef>
              <a:spcAft>
                <a:spcPts val="0"/>
              </a:spcAft>
              <a:buClr>
                <a:srgbClr val="777777"/>
              </a:buClr>
              <a:buSzPts val="1600"/>
              <a:buNone/>
              <a:defRPr sz="1600">
                <a:solidFill>
                  <a:srgbClr val="777777"/>
                </a:solidFill>
              </a:defRPr>
            </a:lvl9pPr>
          </a:lstStyle>
          <a:p/>
        </p:txBody>
      </p:sp>
      <p:pic>
        <p:nvPicPr>
          <p:cNvPr descr="A logo of a college&#10;&#10;AI-generated content may be incorrect." id="143" name="Google Shape;143;p32"/>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ith Text">
  <p:cSld name="1 Column with Text">
    <p:spTree>
      <p:nvGrpSpPr>
        <p:cNvPr id="144" name="Shape 144"/>
        <p:cNvGrpSpPr/>
        <p:nvPr/>
      </p:nvGrpSpPr>
      <p:grpSpPr>
        <a:xfrm>
          <a:off x="0" y="0"/>
          <a:ext cx="0" cy="0"/>
          <a:chOff x="0" y="0"/>
          <a:chExt cx="0" cy="0"/>
        </a:xfrm>
      </p:grpSpPr>
      <p:sp>
        <p:nvSpPr>
          <p:cNvPr id="145" name="Google Shape;145;p56"/>
          <p:cNvSpPr txBox="1"/>
          <p:nvPr>
            <p:ph idx="1" type="body"/>
          </p:nvPr>
        </p:nvSpPr>
        <p:spPr>
          <a:xfrm>
            <a:off x="1896018" y="1452381"/>
            <a:ext cx="8803087" cy="57655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3"/>
              </a:buClr>
              <a:buSzPts val="1800"/>
              <a:buNone/>
              <a:defRPr b="0" i="0" sz="1800">
                <a:solidFill>
                  <a:schemeClr val="accent3"/>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146" name="Google Shape;146;p56"/>
          <p:cNvPicPr preferRelativeResize="0"/>
          <p:nvPr/>
        </p:nvPicPr>
        <p:blipFill rotWithShape="1">
          <a:blip r:embed="rId2">
            <a:alphaModFix/>
          </a:blip>
          <a:srcRect b="0" l="0" r="0" t="0"/>
          <a:stretch/>
        </p:blipFill>
        <p:spPr>
          <a:xfrm>
            <a:off x="1349282" y="697593"/>
            <a:ext cx="38100" cy="5626100"/>
          </a:xfrm>
          <a:prstGeom prst="rect">
            <a:avLst/>
          </a:prstGeom>
          <a:noFill/>
          <a:ln>
            <a:noFill/>
          </a:ln>
        </p:spPr>
      </p:pic>
      <p:sp>
        <p:nvSpPr>
          <p:cNvPr id="147" name="Google Shape;147;p56"/>
          <p:cNvSpPr txBox="1"/>
          <p:nvPr>
            <p:ph idx="2" type="body"/>
          </p:nvPr>
        </p:nvSpPr>
        <p:spPr>
          <a:xfrm>
            <a:off x="1895394" y="2211600"/>
            <a:ext cx="8803087" cy="88306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i="0" sz="2400">
                <a:latin typeface="Work Sans ExtraBold"/>
                <a:ea typeface="Work Sans ExtraBold"/>
                <a:cs typeface="Work Sans ExtraBold"/>
                <a:sym typeface="Work Sans ExtraBold"/>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8" name="Google Shape;148;p56"/>
          <p:cNvSpPr txBox="1"/>
          <p:nvPr>
            <p:ph idx="3" type="body"/>
          </p:nvPr>
        </p:nvSpPr>
        <p:spPr>
          <a:xfrm>
            <a:off x="1895393" y="3334693"/>
            <a:ext cx="8803087" cy="2604076"/>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800"/>
              <a:buNone/>
              <a:defRPr b="0" i="0" sz="1800">
                <a:solidFill>
                  <a:schemeClr val="lt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228600" lvl="4" marL="2286000" algn="l">
              <a:lnSpc>
                <a:spcPct val="9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quote">
  <p:cSld name="Full page quote">
    <p:bg>
      <p:bgPr>
        <a:solidFill>
          <a:schemeClr val="lt1"/>
        </a:solidFill>
      </p:bgPr>
    </p:bg>
    <p:spTree>
      <p:nvGrpSpPr>
        <p:cNvPr id="149" name="Shape 149"/>
        <p:cNvGrpSpPr/>
        <p:nvPr/>
      </p:nvGrpSpPr>
      <p:grpSpPr>
        <a:xfrm>
          <a:off x="0" y="0"/>
          <a:ext cx="0" cy="0"/>
          <a:chOff x="0" y="0"/>
          <a:chExt cx="0" cy="0"/>
        </a:xfrm>
      </p:grpSpPr>
      <p:pic>
        <p:nvPicPr>
          <p:cNvPr descr="A logo of a college&#10;&#10;AI-generated content may be incorrect." id="150" name="Google Shape;150;p38"/>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
        <p:nvSpPr>
          <p:cNvPr id="151" name="Google Shape;151;p38"/>
          <p:cNvSpPr txBox="1"/>
          <p:nvPr>
            <p:ph idx="1" type="body"/>
          </p:nvPr>
        </p:nvSpPr>
        <p:spPr>
          <a:xfrm>
            <a:off x="1833562" y="1814025"/>
            <a:ext cx="8524875" cy="322994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4800"/>
              <a:buNone/>
              <a:defRPr b="0" i="1" sz="4800">
                <a:solidFill>
                  <a:schemeClr val="dk2"/>
                </a:solidFill>
                <a:latin typeface="Work Sans Medium"/>
                <a:ea typeface="Work Sans Medium"/>
                <a:cs typeface="Work Sans Medium"/>
                <a:sym typeface="Work Sans Medium"/>
              </a:defRPr>
            </a:lvl1pPr>
            <a:lvl2pPr indent="-381000" lvl="1" marL="914400" algn="l">
              <a:lnSpc>
                <a:spcPct val="90000"/>
              </a:lnSpc>
              <a:spcBef>
                <a:spcPts val="500"/>
              </a:spcBef>
              <a:spcAft>
                <a:spcPts val="0"/>
              </a:spcAft>
              <a:buClr>
                <a:schemeClr val="lt2"/>
              </a:buClr>
              <a:buSzPts val="2400"/>
              <a:buChar char="•"/>
              <a:defRPr>
                <a:solidFill>
                  <a:schemeClr val="lt2"/>
                </a:solidFill>
              </a:defRPr>
            </a:lvl2pPr>
            <a:lvl3pPr indent="-355600" lvl="2" marL="1371600" algn="l">
              <a:lnSpc>
                <a:spcPct val="90000"/>
              </a:lnSpc>
              <a:spcBef>
                <a:spcPts val="500"/>
              </a:spcBef>
              <a:spcAft>
                <a:spcPts val="0"/>
              </a:spcAft>
              <a:buClr>
                <a:schemeClr val="lt2"/>
              </a:buClr>
              <a:buSzPts val="2000"/>
              <a:buChar char="•"/>
              <a:defRPr>
                <a:solidFill>
                  <a:schemeClr val="lt2"/>
                </a:solidFill>
              </a:defRPr>
            </a:lvl3pPr>
            <a:lvl4pPr indent="-342900" lvl="3" marL="1828800" algn="l">
              <a:lnSpc>
                <a:spcPct val="90000"/>
              </a:lnSpc>
              <a:spcBef>
                <a:spcPts val="500"/>
              </a:spcBef>
              <a:spcAft>
                <a:spcPts val="0"/>
              </a:spcAft>
              <a:buClr>
                <a:schemeClr val="lt2"/>
              </a:buClr>
              <a:buSzPts val="1800"/>
              <a:buChar char="•"/>
              <a:defRPr>
                <a:solidFill>
                  <a:schemeClr val="lt2"/>
                </a:solidFill>
              </a:defRPr>
            </a:lvl4pPr>
            <a:lvl5pPr indent="-342900" lvl="4" marL="2286000" algn="l">
              <a:lnSpc>
                <a:spcPct val="90000"/>
              </a:lnSpc>
              <a:spcBef>
                <a:spcPts val="500"/>
              </a:spcBef>
              <a:spcAft>
                <a:spcPts val="0"/>
              </a:spcAft>
              <a:buClr>
                <a:schemeClr val="lt2"/>
              </a:buClr>
              <a:buSzPts val="18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38"/>
          <p:cNvSpPr txBox="1"/>
          <p:nvPr>
            <p:ph idx="2" type="body"/>
          </p:nvPr>
        </p:nvSpPr>
        <p:spPr>
          <a:xfrm>
            <a:off x="2936107" y="5383161"/>
            <a:ext cx="6319786" cy="33921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 Light Background">
  <p:cSld name="Photo Collage - Light Background">
    <p:bg>
      <p:bgPr>
        <a:solidFill>
          <a:schemeClr val="lt1"/>
        </a:solidFill>
      </p:bgPr>
    </p:bg>
    <p:spTree>
      <p:nvGrpSpPr>
        <p:cNvPr id="153" name="Shape 153"/>
        <p:cNvGrpSpPr/>
        <p:nvPr/>
      </p:nvGrpSpPr>
      <p:grpSpPr>
        <a:xfrm>
          <a:off x="0" y="0"/>
          <a:ext cx="0" cy="0"/>
          <a:chOff x="0" y="0"/>
          <a:chExt cx="0" cy="0"/>
        </a:xfrm>
      </p:grpSpPr>
      <p:sp>
        <p:nvSpPr>
          <p:cNvPr id="154" name="Google Shape;154;p47"/>
          <p:cNvSpPr/>
          <p:nvPr>
            <p:ph idx="2" type="pic"/>
          </p:nvPr>
        </p:nvSpPr>
        <p:spPr>
          <a:xfrm>
            <a:off x="950277" y="956491"/>
            <a:ext cx="9036594" cy="3177177"/>
          </a:xfrm>
          <a:prstGeom prst="rect">
            <a:avLst/>
          </a:prstGeom>
          <a:noFill/>
          <a:ln>
            <a:noFill/>
          </a:ln>
        </p:spPr>
      </p:sp>
      <p:sp>
        <p:nvSpPr>
          <p:cNvPr id="155" name="Google Shape;155;p47"/>
          <p:cNvSpPr/>
          <p:nvPr>
            <p:ph idx="3" type="pic"/>
          </p:nvPr>
        </p:nvSpPr>
        <p:spPr>
          <a:xfrm>
            <a:off x="8382297" y="1871617"/>
            <a:ext cx="2796112" cy="4029892"/>
          </a:xfrm>
          <a:prstGeom prst="rect">
            <a:avLst/>
          </a:prstGeom>
          <a:noFill/>
          <a:ln>
            <a:noFill/>
          </a:ln>
        </p:spPr>
      </p:sp>
      <p:sp>
        <p:nvSpPr>
          <p:cNvPr id="156" name="Google Shape;156;p47"/>
          <p:cNvSpPr/>
          <p:nvPr>
            <p:ph idx="4" type="pic"/>
          </p:nvPr>
        </p:nvSpPr>
        <p:spPr>
          <a:xfrm>
            <a:off x="3688499" y="4578168"/>
            <a:ext cx="1032654" cy="1031240"/>
          </a:xfrm>
          <a:prstGeom prst="rect">
            <a:avLst/>
          </a:prstGeom>
          <a:noFill/>
          <a:ln>
            <a:noFill/>
          </a:ln>
        </p:spPr>
      </p:sp>
      <p:sp>
        <p:nvSpPr>
          <p:cNvPr id="157" name="Google Shape;157;p47"/>
          <p:cNvSpPr/>
          <p:nvPr>
            <p:ph idx="5" type="pic"/>
          </p:nvPr>
        </p:nvSpPr>
        <p:spPr>
          <a:xfrm>
            <a:off x="2655845" y="4578168"/>
            <a:ext cx="1032654" cy="1031240"/>
          </a:xfrm>
          <a:prstGeom prst="rect">
            <a:avLst/>
          </a:prstGeom>
          <a:noFill/>
          <a:ln>
            <a:noFill/>
          </a:ln>
        </p:spPr>
      </p:sp>
      <p:sp>
        <p:nvSpPr>
          <p:cNvPr id="158" name="Google Shape;158;p47"/>
          <p:cNvSpPr/>
          <p:nvPr>
            <p:ph idx="6" type="pic"/>
          </p:nvPr>
        </p:nvSpPr>
        <p:spPr>
          <a:xfrm>
            <a:off x="1623191" y="4578168"/>
            <a:ext cx="1032654" cy="1031240"/>
          </a:xfrm>
          <a:prstGeom prst="rect">
            <a:avLst/>
          </a:prstGeom>
          <a:noFill/>
          <a:ln>
            <a:noFill/>
          </a:ln>
        </p:spPr>
      </p:sp>
      <p:sp>
        <p:nvSpPr>
          <p:cNvPr id="159" name="Google Shape;159;p47"/>
          <p:cNvSpPr/>
          <p:nvPr>
            <p:ph idx="7" type="pic"/>
          </p:nvPr>
        </p:nvSpPr>
        <p:spPr>
          <a:xfrm>
            <a:off x="5153669" y="3915955"/>
            <a:ext cx="3228628" cy="1985554"/>
          </a:xfrm>
          <a:prstGeom prst="rect">
            <a:avLst/>
          </a:prstGeom>
          <a:noFill/>
          <a:ln>
            <a:noFill/>
          </a:ln>
        </p:spPr>
      </p:sp>
      <p:pic>
        <p:nvPicPr>
          <p:cNvPr descr="A logo of a college&#10;&#10;AI-generated content may be incorrect." id="160" name="Google Shape;160;p47"/>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 WithPhotos - Light Background" showMasterSp="0">
  <p:cSld name="Photo Collage - WithPhotos - Light Background">
    <p:bg>
      <p:bgPr>
        <a:solidFill>
          <a:schemeClr val="lt1"/>
        </a:solidFill>
      </p:bgPr>
    </p:bg>
    <p:spTree>
      <p:nvGrpSpPr>
        <p:cNvPr id="161" name="Shape 161"/>
        <p:cNvGrpSpPr/>
        <p:nvPr/>
      </p:nvGrpSpPr>
      <p:grpSpPr>
        <a:xfrm>
          <a:off x="0" y="0"/>
          <a:ext cx="0" cy="0"/>
          <a:chOff x="0" y="0"/>
          <a:chExt cx="0" cy="0"/>
        </a:xfrm>
      </p:grpSpPr>
      <p:pic>
        <p:nvPicPr>
          <p:cNvPr descr="A logo of a college&#10;&#10;AI-generated content may be incorrect." id="162" name="Google Shape;162;p50"/>
          <p:cNvPicPr preferRelativeResize="0"/>
          <p:nvPr/>
        </p:nvPicPr>
        <p:blipFill rotWithShape="1">
          <a:blip r:embed="rId2">
            <a:alphaModFix/>
          </a:blip>
          <a:srcRect b="0" l="0" r="0" t="0"/>
          <a:stretch/>
        </p:blipFill>
        <p:spPr>
          <a:xfrm>
            <a:off x="10085296" y="831782"/>
            <a:ext cx="1082674" cy="1082674"/>
          </a:xfrm>
          <a:prstGeom prst="rect">
            <a:avLst/>
          </a:prstGeom>
          <a:noFill/>
          <a:ln>
            <a:noFill/>
          </a:ln>
        </p:spPr>
      </p:pic>
      <p:pic>
        <p:nvPicPr>
          <p:cNvPr descr="A building with a dome on top&#10;&#10;AI-generated content may be incorrect." id="163" name="Google Shape;163;p50"/>
          <p:cNvPicPr preferRelativeResize="0"/>
          <p:nvPr/>
        </p:nvPicPr>
        <p:blipFill rotWithShape="1">
          <a:blip r:embed="rId3">
            <a:alphaModFix/>
          </a:blip>
          <a:srcRect b="1230" l="0" r="660" t="46367"/>
          <a:stretch/>
        </p:blipFill>
        <p:spPr>
          <a:xfrm>
            <a:off x="952499" y="956491"/>
            <a:ext cx="9034372" cy="3177178"/>
          </a:xfrm>
          <a:prstGeom prst="rect">
            <a:avLst/>
          </a:prstGeom>
          <a:noFill/>
          <a:ln>
            <a:noFill/>
          </a:ln>
        </p:spPr>
      </p:pic>
      <p:pic>
        <p:nvPicPr>
          <p:cNvPr descr="A close-up of a building&#10;&#10;AI-generated content may be incorrect." id="164" name="Google Shape;164;p50"/>
          <p:cNvPicPr preferRelativeResize="0"/>
          <p:nvPr/>
        </p:nvPicPr>
        <p:blipFill rotWithShape="1">
          <a:blip r:embed="rId4">
            <a:alphaModFix/>
          </a:blip>
          <a:srcRect b="9" l="0" r="33226" t="-3"/>
          <a:stretch/>
        </p:blipFill>
        <p:spPr>
          <a:xfrm>
            <a:off x="1619856" y="4578168"/>
            <a:ext cx="1032654" cy="1031240"/>
          </a:xfrm>
          <a:prstGeom prst="rect">
            <a:avLst/>
          </a:prstGeom>
          <a:noFill/>
          <a:ln>
            <a:noFill/>
          </a:ln>
        </p:spPr>
      </p:pic>
      <p:pic>
        <p:nvPicPr>
          <p:cNvPr descr="A hand giving a thumbs up&#10;&#10;AI-generated content may be incorrect." id="165" name="Google Shape;165;p50"/>
          <p:cNvPicPr preferRelativeResize="0"/>
          <p:nvPr/>
        </p:nvPicPr>
        <p:blipFill rotWithShape="1">
          <a:blip r:embed="rId5">
            <a:alphaModFix/>
          </a:blip>
          <a:srcRect b="12807" l="35894" r="-251" t="44369"/>
          <a:stretch/>
        </p:blipFill>
        <p:spPr>
          <a:xfrm>
            <a:off x="2652510" y="4578168"/>
            <a:ext cx="1032654" cy="1031240"/>
          </a:xfrm>
          <a:prstGeom prst="rect">
            <a:avLst/>
          </a:prstGeom>
          <a:noFill/>
          <a:ln>
            <a:noFill/>
          </a:ln>
        </p:spPr>
      </p:pic>
      <p:pic>
        <p:nvPicPr>
          <p:cNvPr id="166" name="Google Shape;166;p50"/>
          <p:cNvPicPr preferRelativeResize="0"/>
          <p:nvPr/>
        </p:nvPicPr>
        <p:blipFill rotWithShape="1">
          <a:blip r:embed="rId6">
            <a:alphaModFix/>
          </a:blip>
          <a:srcRect b="12891" l="5809" r="10836" t="8941"/>
          <a:stretch/>
        </p:blipFill>
        <p:spPr>
          <a:xfrm>
            <a:off x="5153669" y="3919505"/>
            <a:ext cx="3228628" cy="2018496"/>
          </a:xfrm>
          <a:prstGeom prst="rect">
            <a:avLst/>
          </a:prstGeom>
          <a:noFill/>
          <a:ln>
            <a:noFill/>
          </a:ln>
        </p:spPr>
      </p:pic>
      <p:pic>
        <p:nvPicPr>
          <p:cNvPr id="167" name="Google Shape;167;p50"/>
          <p:cNvPicPr preferRelativeResize="0"/>
          <p:nvPr/>
        </p:nvPicPr>
        <p:blipFill rotWithShape="1">
          <a:blip r:embed="rId7">
            <a:alphaModFix/>
          </a:blip>
          <a:srcRect b="0" l="16645" r="16645" t="0"/>
          <a:stretch/>
        </p:blipFill>
        <p:spPr>
          <a:xfrm>
            <a:off x="3681136" y="4578168"/>
            <a:ext cx="1032654" cy="1031240"/>
          </a:xfrm>
          <a:prstGeom prst="rect">
            <a:avLst/>
          </a:prstGeom>
          <a:noFill/>
          <a:ln>
            <a:noFill/>
          </a:ln>
        </p:spPr>
      </p:pic>
      <p:pic>
        <p:nvPicPr>
          <p:cNvPr id="168" name="Google Shape;168;p50"/>
          <p:cNvPicPr preferRelativeResize="0"/>
          <p:nvPr/>
        </p:nvPicPr>
        <p:blipFill rotWithShape="1">
          <a:blip r:embed="rId8">
            <a:alphaModFix/>
          </a:blip>
          <a:srcRect b="0" l="25889" r="29734" t="6082"/>
          <a:stretch/>
        </p:blipFill>
        <p:spPr>
          <a:xfrm>
            <a:off x="8382297" y="1904559"/>
            <a:ext cx="2857204" cy="402989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White" type="secHead">
  <p:cSld name="SECTION_HEADER">
    <p:bg>
      <p:bgPr>
        <a:solidFill>
          <a:schemeClr val="lt1"/>
        </a:solidFill>
      </p:bgPr>
    </p:bg>
    <p:spTree>
      <p:nvGrpSpPr>
        <p:cNvPr id="175" name="Shape 175"/>
        <p:cNvGrpSpPr/>
        <p:nvPr/>
      </p:nvGrpSpPr>
      <p:grpSpPr>
        <a:xfrm>
          <a:off x="0" y="0"/>
          <a:ext cx="0" cy="0"/>
          <a:chOff x="0" y="0"/>
          <a:chExt cx="0" cy="0"/>
        </a:xfrm>
      </p:grpSpPr>
      <p:sp>
        <p:nvSpPr>
          <p:cNvPr id="176" name="Google Shape;176;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Work Sans Black"/>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777777"/>
              </a:buClr>
              <a:buSzPts val="2000"/>
              <a:buNone/>
              <a:defRPr sz="2000">
                <a:solidFill>
                  <a:srgbClr val="777777"/>
                </a:solidFill>
              </a:defRPr>
            </a:lvl2pPr>
            <a:lvl3pPr indent="-228600" lvl="2" marL="1371600" algn="l">
              <a:lnSpc>
                <a:spcPct val="90000"/>
              </a:lnSpc>
              <a:spcBef>
                <a:spcPts val="500"/>
              </a:spcBef>
              <a:spcAft>
                <a:spcPts val="0"/>
              </a:spcAft>
              <a:buClr>
                <a:srgbClr val="777777"/>
              </a:buClr>
              <a:buSzPts val="1800"/>
              <a:buNone/>
              <a:defRPr sz="1800">
                <a:solidFill>
                  <a:srgbClr val="777777"/>
                </a:solidFill>
              </a:defRPr>
            </a:lvl3pPr>
            <a:lvl4pPr indent="-228600" lvl="3" marL="1828800" algn="l">
              <a:lnSpc>
                <a:spcPct val="90000"/>
              </a:lnSpc>
              <a:spcBef>
                <a:spcPts val="500"/>
              </a:spcBef>
              <a:spcAft>
                <a:spcPts val="0"/>
              </a:spcAft>
              <a:buClr>
                <a:srgbClr val="777777"/>
              </a:buClr>
              <a:buSzPts val="1600"/>
              <a:buNone/>
              <a:defRPr sz="1600">
                <a:solidFill>
                  <a:srgbClr val="777777"/>
                </a:solidFill>
              </a:defRPr>
            </a:lvl4pPr>
            <a:lvl5pPr indent="-228600" lvl="4" marL="2286000" algn="l">
              <a:lnSpc>
                <a:spcPct val="90000"/>
              </a:lnSpc>
              <a:spcBef>
                <a:spcPts val="500"/>
              </a:spcBef>
              <a:spcAft>
                <a:spcPts val="0"/>
              </a:spcAft>
              <a:buClr>
                <a:srgbClr val="777777"/>
              </a:buClr>
              <a:buSzPts val="1600"/>
              <a:buNone/>
              <a:defRPr sz="1600">
                <a:solidFill>
                  <a:srgbClr val="777777"/>
                </a:solidFill>
              </a:defRPr>
            </a:lvl5pPr>
            <a:lvl6pPr indent="-228600" lvl="5" marL="2743200" algn="l">
              <a:lnSpc>
                <a:spcPct val="90000"/>
              </a:lnSpc>
              <a:spcBef>
                <a:spcPts val="500"/>
              </a:spcBef>
              <a:spcAft>
                <a:spcPts val="0"/>
              </a:spcAft>
              <a:buClr>
                <a:srgbClr val="777777"/>
              </a:buClr>
              <a:buSzPts val="1600"/>
              <a:buNone/>
              <a:defRPr sz="1600">
                <a:solidFill>
                  <a:srgbClr val="777777"/>
                </a:solidFill>
              </a:defRPr>
            </a:lvl6pPr>
            <a:lvl7pPr indent="-228600" lvl="6" marL="3200400" algn="l">
              <a:lnSpc>
                <a:spcPct val="90000"/>
              </a:lnSpc>
              <a:spcBef>
                <a:spcPts val="500"/>
              </a:spcBef>
              <a:spcAft>
                <a:spcPts val="0"/>
              </a:spcAft>
              <a:buClr>
                <a:srgbClr val="777777"/>
              </a:buClr>
              <a:buSzPts val="1600"/>
              <a:buNone/>
              <a:defRPr sz="1600">
                <a:solidFill>
                  <a:srgbClr val="777777"/>
                </a:solidFill>
              </a:defRPr>
            </a:lvl7pPr>
            <a:lvl8pPr indent="-228600" lvl="7" marL="3657600" algn="l">
              <a:lnSpc>
                <a:spcPct val="90000"/>
              </a:lnSpc>
              <a:spcBef>
                <a:spcPts val="500"/>
              </a:spcBef>
              <a:spcAft>
                <a:spcPts val="0"/>
              </a:spcAft>
              <a:buClr>
                <a:srgbClr val="777777"/>
              </a:buClr>
              <a:buSzPts val="1600"/>
              <a:buNone/>
              <a:defRPr sz="1600">
                <a:solidFill>
                  <a:srgbClr val="777777"/>
                </a:solidFill>
              </a:defRPr>
            </a:lvl8pPr>
            <a:lvl9pPr indent="-228600" lvl="8" marL="4114800" algn="l">
              <a:lnSpc>
                <a:spcPct val="90000"/>
              </a:lnSpc>
              <a:spcBef>
                <a:spcPts val="500"/>
              </a:spcBef>
              <a:spcAft>
                <a:spcPts val="0"/>
              </a:spcAft>
              <a:buClr>
                <a:srgbClr val="777777"/>
              </a:buClr>
              <a:buSzPts val="1600"/>
              <a:buNone/>
              <a:defRPr sz="1600">
                <a:solidFill>
                  <a:srgbClr val="777777"/>
                </a:solidFill>
              </a:defRPr>
            </a:lvl9pPr>
          </a:lstStyle>
          <a:p/>
        </p:txBody>
      </p:sp>
      <p:pic>
        <p:nvPicPr>
          <p:cNvPr descr="A logo of a college&#10;&#10;AI-generated content may be incorrect." id="178" name="Google Shape;178;p31"/>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Gray">
  <p:cSld name="Section Divider - Gray">
    <p:bg>
      <p:bgPr>
        <a:solidFill>
          <a:srgbClr val="EAEAEA"/>
        </a:solidFill>
      </p:bgPr>
    </p:bg>
    <p:spTree>
      <p:nvGrpSpPr>
        <p:cNvPr id="179" name="Shape 179"/>
        <p:cNvGrpSpPr/>
        <p:nvPr/>
      </p:nvGrpSpPr>
      <p:grpSpPr>
        <a:xfrm>
          <a:off x="0" y="0"/>
          <a:ext cx="0" cy="0"/>
          <a:chOff x="0" y="0"/>
          <a:chExt cx="0" cy="0"/>
        </a:xfrm>
      </p:grpSpPr>
      <p:sp>
        <p:nvSpPr>
          <p:cNvPr id="180" name="Google Shape;180;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Work Sans Black"/>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777777"/>
              </a:buClr>
              <a:buSzPts val="2000"/>
              <a:buNone/>
              <a:defRPr sz="2000">
                <a:solidFill>
                  <a:srgbClr val="777777"/>
                </a:solidFill>
              </a:defRPr>
            </a:lvl2pPr>
            <a:lvl3pPr indent="-228600" lvl="2" marL="1371600" algn="l">
              <a:lnSpc>
                <a:spcPct val="90000"/>
              </a:lnSpc>
              <a:spcBef>
                <a:spcPts val="500"/>
              </a:spcBef>
              <a:spcAft>
                <a:spcPts val="0"/>
              </a:spcAft>
              <a:buClr>
                <a:srgbClr val="777777"/>
              </a:buClr>
              <a:buSzPts val="1800"/>
              <a:buNone/>
              <a:defRPr sz="1800">
                <a:solidFill>
                  <a:srgbClr val="777777"/>
                </a:solidFill>
              </a:defRPr>
            </a:lvl3pPr>
            <a:lvl4pPr indent="-228600" lvl="3" marL="1828800" algn="l">
              <a:lnSpc>
                <a:spcPct val="90000"/>
              </a:lnSpc>
              <a:spcBef>
                <a:spcPts val="500"/>
              </a:spcBef>
              <a:spcAft>
                <a:spcPts val="0"/>
              </a:spcAft>
              <a:buClr>
                <a:srgbClr val="777777"/>
              </a:buClr>
              <a:buSzPts val="1600"/>
              <a:buNone/>
              <a:defRPr sz="1600">
                <a:solidFill>
                  <a:srgbClr val="777777"/>
                </a:solidFill>
              </a:defRPr>
            </a:lvl4pPr>
            <a:lvl5pPr indent="-228600" lvl="4" marL="2286000" algn="l">
              <a:lnSpc>
                <a:spcPct val="90000"/>
              </a:lnSpc>
              <a:spcBef>
                <a:spcPts val="500"/>
              </a:spcBef>
              <a:spcAft>
                <a:spcPts val="0"/>
              </a:spcAft>
              <a:buClr>
                <a:srgbClr val="777777"/>
              </a:buClr>
              <a:buSzPts val="1600"/>
              <a:buNone/>
              <a:defRPr sz="1600">
                <a:solidFill>
                  <a:srgbClr val="777777"/>
                </a:solidFill>
              </a:defRPr>
            </a:lvl5pPr>
            <a:lvl6pPr indent="-228600" lvl="5" marL="2743200" algn="l">
              <a:lnSpc>
                <a:spcPct val="90000"/>
              </a:lnSpc>
              <a:spcBef>
                <a:spcPts val="500"/>
              </a:spcBef>
              <a:spcAft>
                <a:spcPts val="0"/>
              </a:spcAft>
              <a:buClr>
                <a:srgbClr val="777777"/>
              </a:buClr>
              <a:buSzPts val="1600"/>
              <a:buNone/>
              <a:defRPr sz="1600">
                <a:solidFill>
                  <a:srgbClr val="777777"/>
                </a:solidFill>
              </a:defRPr>
            </a:lvl6pPr>
            <a:lvl7pPr indent="-228600" lvl="6" marL="3200400" algn="l">
              <a:lnSpc>
                <a:spcPct val="90000"/>
              </a:lnSpc>
              <a:spcBef>
                <a:spcPts val="500"/>
              </a:spcBef>
              <a:spcAft>
                <a:spcPts val="0"/>
              </a:spcAft>
              <a:buClr>
                <a:srgbClr val="777777"/>
              </a:buClr>
              <a:buSzPts val="1600"/>
              <a:buNone/>
              <a:defRPr sz="1600">
                <a:solidFill>
                  <a:srgbClr val="777777"/>
                </a:solidFill>
              </a:defRPr>
            </a:lvl7pPr>
            <a:lvl8pPr indent="-228600" lvl="7" marL="3657600" algn="l">
              <a:lnSpc>
                <a:spcPct val="90000"/>
              </a:lnSpc>
              <a:spcBef>
                <a:spcPts val="500"/>
              </a:spcBef>
              <a:spcAft>
                <a:spcPts val="0"/>
              </a:spcAft>
              <a:buClr>
                <a:srgbClr val="777777"/>
              </a:buClr>
              <a:buSzPts val="1600"/>
              <a:buNone/>
              <a:defRPr sz="1600">
                <a:solidFill>
                  <a:srgbClr val="777777"/>
                </a:solidFill>
              </a:defRPr>
            </a:lvl8pPr>
            <a:lvl9pPr indent="-228600" lvl="8" marL="4114800" algn="l">
              <a:lnSpc>
                <a:spcPct val="90000"/>
              </a:lnSpc>
              <a:spcBef>
                <a:spcPts val="500"/>
              </a:spcBef>
              <a:spcAft>
                <a:spcPts val="0"/>
              </a:spcAft>
              <a:buClr>
                <a:srgbClr val="777777"/>
              </a:buClr>
              <a:buSzPts val="1600"/>
              <a:buNone/>
              <a:defRPr sz="1600">
                <a:solidFill>
                  <a:srgbClr val="777777"/>
                </a:solidFill>
              </a:defRPr>
            </a:lvl9pPr>
          </a:lstStyle>
          <a:p/>
        </p:txBody>
      </p:sp>
      <p:pic>
        <p:nvPicPr>
          <p:cNvPr descr="A logo of a college&#10;&#10;AI-generated content may be incorrect." id="182" name="Google Shape;182;p33"/>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quote">
  <p:cSld name="Full page quote">
    <p:bg>
      <p:bgPr>
        <a:solidFill>
          <a:schemeClr val="lt1"/>
        </a:solidFill>
      </p:bgPr>
    </p:bg>
    <p:spTree>
      <p:nvGrpSpPr>
        <p:cNvPr id="183" name="Shape 183"/>
        <p:cNvGrpSpPr/>
        <p:nvPr/>
      </p:nvGrpSpPr>
      <p:grpSpPr>
        <a:xfrm>
          <a:off x="0" y="0"/>
          <a:ext cx="0" cy="0"/>
          <a:chOff x="0" y="0"/>
          <a:chExt cx="0" cy="0"/>
        </a:xfrm>
      </p:grpSpPr>
      <p:pic>
        <p:nvPicPr>
          <p:cNvPr descr="A logo of a college&#10;&#10;AI-generated content may be incorrect." id="184" name="Google Shape;184;p39"/>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
        <p:nvSpPr>
          <p:cNvPr id="185" name="Google Shape;185;p39"/>
          <p:cNvSpPr txBox="1"/>
          <p:nvPr>
            <p:ph idx="1" type="body"/>
          </p:nvPr>
        </p:nvSpPr>
        <p:spPr>
          <a:xfrm>
            <a:off x="1833562" y="1814025"/>
            <a:ext cx="8524875" cy="322994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4800"/>
              <a:buNone/>
              <a:defRPr b="0" i="1" sz="4800">
                <a:solidFill>
                  <a:schemeClr val="dk2"/>
                </a:solidFill>
                <a:latin typeface="Work Sans Medium"/>
                <a:ea typeface="Work Sans Medium"/>
                <a:cs typeface="Work Sans Medium"/>
                <a:sym typeface="Work Sans Medium"/>
              </a:defRPr>
            </a:lvl1pPr>
            <a:lvl2pPr indent="-381000" lvl="1" marL="914400" algn="l">
              <a:lnSpc>
                <a:spcPct val="90000"/>
              </a:lnSpc>
              <a:spcBef>
                <a:spcPts val="500"/>
              </a:spcBef>
              <a:spcAft>
                <a:spcPts val="0"/>
              </a:spcAft>
              <a:buClr>
                <a:schemeClr val="lt2"/>
              </a:buClr>
              <a:buSzPts val="2400"/>
              <a:buChar char="•"/>
              <a:defRPr>
                <a:solidFill>
                  <a:schemeClr val="lt2"/>
                </a:solidFill>
              </a:defRPr>
            </a:lvl2pPr>
            <a:lvl3pPr indent="-355600" lvl="2" marL="1371600" algn="l">
              <a:lnSpc>
                <a:spcPct val="90000"/>
              </a:lnSpc>
              <a:spcBef>
                <a:spcPts val="500"/>
              </a:spcBef>
              <a:spcAft>
                <a:spcPts val="0"/>
              </a:spcAft>
              <a:buClr>
                <a:schemeClr val="lt2"/>
              </a:buClr>
              <a:buSzPts val="2000"/>
              <a:buChar char="•"/>
              <a:defRPr>
                <a:solidFill>
                  <a:schemeClr val="lt2"/>
                </a:solidFill>
              </a:defRPr>
            </a:lvl3pPr>
            <a:lvl4pPr indent="-342900" lvl="3" marL="1828800" algn="l">
              <a:lnSpc>
                <a:spcPct val="90000"/>
              </a:lnSpc>
              <a:spcBef>
                <a:spcPts val="500"/>
              </a:spcBef>
              <a:spcAft>
                <a:spcPts val="0"/>
              </a:spcAft>
              <a:buClr>
                <a:schemeClr val="lt2"/>
              </a:buClr>
              <a:buSzPts val="1800"/>
              <a:buChar char="•"/>
              <a:defRPr>
                <a:solidFill>
                  <a:schemeClr val="lt2"/>
                </a:solidFill>
              </a:defRPr>
            </a:lvl4pPr>
            <a:lvl5pPr indent="-342900" lvl="4" marL="2286000" algn="l">
              <a:lnSpc>
                <a:spcPct val="90000"/>
              </a:lnSpc>
              <a:spcBef>
                <a:spcPts val="500"/>
              </a:spcBef>
              <a:spcAft>
                <a:spcPts val="0"/>
              </a:spcAft>
              <a:buClr>
                <a:schemeClr val="lt2"/>
              </a:buClr>
              <a:buSzPts val="18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39"/>
          <p:cNvSpPr txBox="1"/>
          <p:nvPr>
            <p:ph idx="2" type="body"/>
          </p:nvPr>
        </p:nvSpPr>
        <p:spPr>
          <a:xfrm>
            <a:off x="2936107" y="5383161"/>
            <a:ext cx="6319786" cy="33921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800"/>
              <a:buNone/>
              <a:defRPr b="0" i="0" sz="1800">
                <a:solidFill>
                  <a:schemeClr val="dk1"/>
                </a:solidFill>
                <a:latin typeface="Work Sans Medium"/>
                <a:ea typeface="Work Sans Medium"/>
                <a:cs typeface="Work Sans Medium"/>
                <a:sym typeface="Work Sans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 Light Background">
  <p:cSld name="Photo Collage - Light Background">
    <p:bg>
      <p:bgPr>
        <a:solidFill>
          <a:schemeClr val="lt1"/>
        </a:solidFill>
      </p:bgPr>
    </p:bg>
    <p:spTree>
      <p:nvGrpSpPr>
        <p:cNvPr id="187" name="Shape 187"/>
        <p:cNvGrpSpPr/>
        <p:nvPr/>
      </p:nvGrpSpPr>
      <p:grpSpPr>
        <a:xfrm>
          <a:off x="0" y="0"/>
          <a:ext cx="0" cy="0"/>
          <a:chOff x="0" y="0"/>
          <a:chExt cx="0" cy="0"/>
        </a:xfrm>
      </p:grpSpPr>
      <p:sp>
        <p:nvSpPr>
          <p:cNvPr id="188" name="Google Shape;188;p48"/>
          <p:cNvSpPr/>
          <p:nvPr>
            <p:ph idx="2" type="pic"/>
          </p:nvPr>
        </p:nvSpPr>
        <p:spPr>
          <a:xfrm>
            <a:off x="950277" y="956491"/>
            <a:ext cx="9036594" cy="3177177"/>
          </a:xfrm>
          <a:prstGeom prst="rect">
            <a:avLst/>
          </a:prstGeom>
          <a:noFill/>
          <a:ln>
            <a:noFill/>
          </a:ln>
        </p:spPr>
      </p:sp>
      <p:sp>
        <p:nvSpPr>
          <p:cNvPr id="189" name="Google Shape;189;p48"/>
          <p:cNvSpPr/>
          <p:nvPr>
            <p:ph idx="3" type="pic"/>
          </p:nvPr>
        </p:nvSpPr>
        <p:spPr>
          <a:xfrm>
            <a:off x="8382297" y="1871617"/>
            <a:ext cx="2796112" cy="4029892"/>
          </a:xfrm>
          <a:prstGeom prst="rect">
            <a:avLst/>
          </a:prstGeom>
          <a:noFill/>
          <a:ln>
            <a:noFill/>
          </a:ln>
        </p:spPr>
      </p:sp>
      <p:sp>
        <p:nvSpPr>
          <p:cNvPr id="190" name="Google Shape;190;p48"/>
          <p:cNvSpPr/>
          <p:nvPr>
            <p:ph idx="4" type="pic"/>
          </p:nvPr>
        </p:nvSpPr>
        <p:spPr>
          <a:xfrm>
            <a:off x="3688499" y="4578168"/>
            <a:ext cx="1032654" cy="1031240"/>
          </a:xfrm>
          <a:prstGeom prst="rect">
            <a:avLst/>
          </a:prstGeom>
          <a:noFill/>
          <a:ln>
            <a:noFill/>
          </a:ln>
        </p:spPr>
      </p:sp>
      <p:sp>
        <p:nvSpPr>
          <p:cNvPr id="191" name="Google Shape;191;p48"/>
          <p:cNvSpPr/>
          <p:nvPr>
            <p:ph idx="5" type="pic"/>
          </p:nvPr>
        </p:nvSpPr>
        <p:spPr>
          <a:xfrm>
            <a:off x="2655845" y="4578168"/>
            <a:ext cx="1032654" cy="1031240"/>
          </a:xfrm>
          <a:prstGeom prst="rect">
            <a:avLst/>
          </a:prstGeom>
          <a:noFill/>
          <a:ln>
            <a:noFill/>
          </a:ln>
        </p:spPr>
      </p:sp>
      <p:sp>
        <p:nvSpPr>
          <p:cNvPr id="192" name="Google Shape;192;p48"/>
          <p:cNvSpPr/>
          <p:nvPr>
            <p:ph idx="6" type="pic"/>
          </p:nvPr>
        </p:nvSpPr>
        <p:spPr>
          <a:xfrm>
            <a:off x="1623191" y="4578168"/>
            <a:ext cx="1032654" cy="1031240"/>
          </a:xfrm>
          <a:prstGeom prst="rect">
            <a:avLst/>
          </a:prstGeom>
          <a:noFill/>
          <a:ln>
            <a:noFill/>
          </a:ln>
        </p:spPr>
      </p:sp>
      <p:sp>
        <p:nvSpPr>
          <p:cNvPr id="193" name="Google Shape;193;p48"/>
          <p:cNvSpPr/>
          <p:nvPr>
            <p:ph idx="7" type="pic"/>
          </p:nvPr>
        </p:nvSpPr>
        <p:spPr>
          <a:xfrm>
            <a:off x="5153669" y="3915955"/>
            <a:ext cx="3228628" cy="1985554"/>
          </a:xfrm>
          <a:prstGeom prst="rect">
            <a:avLst/>
          </a:prstGeom>
          <a:noFill/>
          <a:ln>
            <a:noFill/>
          </a:ln>
        </p:spPr>
      </p:sp>
      <p:pic>
        <p:nvPicPr>
          <p:cNvPr descr="A logo of a college&#10;&#10;AI-generated content may be incorrect." id="194" name="Google Shape;194;p48"/>
          <p:cNvPicPr preferRelativeResize="0"/>
          <p:nvPr/>
        </p:nvPicPr>
        <p:blipFill rotWithShape="1">
          <a:blip r:embed="rId2">
            <a:alphaModFix/>
          </a:blip>
          <a:srcRect b="0" l="0" r="0" t="0"/>
          <a:stretch/>
        </p:blipFill>
        <p:spPr>
          <a:xfrm>
            <a:off x="10804526" y="222587"/>
            <a:ext cx="1082674" cy="108267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Collage - WithPhotos - Light Background" showMasterSp="0">
  <p:cSld name="Photo Collage - WithPhotos - Light Background">
    <p:bg>
      <p:bgPr>
        <a:solidFill>
          <a:schemeClr val="lt1"/>
        </a:solidFill>
      </p:bgPr>
    </p:bg>
    <p:spTree>
      <p:nvGrpSpPr>
        <p:cNvPr id="195" name="Shape 195"/>
        <p:cNvGrpSpPr/>
        <p:nvPr/>
      </p:nvGrpSpPr>
      <p:grpSpPr>
        <a:xfrm>
          <a:off x="0" y="0"/>
          <a:ext cx="0" cy="0"/>
          <a:chOff x="0" y="0"/>
          <a:chExt cx="0" cy="0"/>
        </a:xfrm>
      </p:grpSpPr>
      <p:pic>
        <p:nvPicPr>
          <p:cNvPr descr="A logo of a college&#10;&#10;AI-generated content may be incorrect." id="196" name="Google Shape;196;p51"/>
          <p:cNvPicPr preferRelativeResize="0"/>
          <p:nvPr/>
        </p:nvPicPr>
        <p:blipFill rotWithShape="1">
          <a:blip r:embed="rId2">
            <a:alphaModFix/>
          </a:blip>
          <a:srcRect b="0" l="0" r="0" t="0"/>
          <a:stretch/>
        </p:blipFill>
        <p:spPr>
          <a:xfrm>
            <a:off x="10085296" y="831782"/>
            <a:ext cx="1082674" cy="1082674"/>
          </a:xfrm>
          <a:prstGeom prst="rect">
            <a:avLst/>
          </a:prstGeom>
          <a:noFill/>
          <a:ln>
            <a:noFill/>
          </a:ln>
        </p:spPr>
      </p:pic>
      <p:pic>
        <p:nvPicPr>
          <p:cNvPr descr="A building with a dome on top&#10;&#10;AI-generated content may be incorrect." id="197" name="Google Shape;197;p51"/>
          <p:cNvPicPr preferRelativeResize="0"/>
          <p:nvPr/>
        </p:nvPicPr>
        <p:blipFill rotWithShape="1">
          <a:blip r:embed="rId3">
            <a:alphaModFix/>
          </a:blip>
          <a:srcRect b="1230" l="0" r="660" t="46367"/>
          <a:stretch/>
        </p:blipFill>
        <p:spPr>
          <a:xfrm>
            <a:off x="952499" y="956491"/>
            <a:ext cx="9034372" cy="3177178"/>
          </a:xfrm>
          <a:prstGeom prst="rect">
            <a:avLst/>
          </a:prstGeom>
          <a:noFill/>
          <a:ln>
            <a:noFill/>
          </a:ln>
        </p:spPr>
      </p:pic>
      <p:pic>
        <p:nvPicPr>
          <p:cNvPr descr="A close-up of a building&#10;&#10;AI-generated content may be incorrect." id="198" name="Google Shape;198;p51"/>
          <p:cNvPicPr preferRelativeResize="0"/>
          <p:nvPr/>
        </p:nvPicPr>
        <p:blipFill rotWithShape="1">
          <a:blip r:embed="rId4">
            <a:alphaModFix/>
          </a:blip>
          <a:srcRect b="9" l="0" r="33226" t="-3"/>
          <a:stretch/>
        </p:blipFill>
        <p:spPr>
          <a:xfrm>
            <a:off x="1619856" y="4578168"/>
            <a:ext cx="1032654" cy="1031240"/>
          </a:xfrm>
          <a:prstGeom prst="rect">
            <a:avLst/>
          </a:prstGeom>
          <a:noFill/>
          <a:ln>
            <a:noFill/>
          </a:ln>
        </p:spPr>
      </p:pic>
      <p:pic>
        <p:nvPicPr>
          <p:cNvPr descr="A hand giving a thumbs up&#10;&#10;AI-generated content may be incorrect." id="199" name="Google Shape;199;p51"/>
          <p:cNvPicPr preferRelativeResize="0"/>
          <p:nvPr/>
        </p:nvPicPr>
        <p:blipFill rotWithShape="1">
          <a:blip r:embed="rId5">
            <a:alphaModFix/>
          </a:blip>
          <a:srcRect b="12807" l="35894" r="-251" t="44369"/>
          <a:stretch/>
        </p:blipFill>
        <p:spPr>
          <a:xfrm>
            <a:off x="2652510" y="4578168"/>
            <a:ext cx="1032654" cy="1031240"/>
          </a:xfrm>
          <a:prstGeom prst="rect">
            <a:avLst/>
          </a:prstGeom>
          <a:noFill/>
          <a:ln>
            <a:noFill/>
          </a:ln>
        </p:spPr>
      </p:pic>
      <p:pic>
        <p:nvPicPr>
          <p:cNvPr id="200" name="Google Shape;200;p51"/>
          <p:cNvPicPr preferRelativeResize="0"/>
          <p:nvPr/>
        </p:nvPicPr>
        <p:blipFill rotWithShape="1">
          <a:blip r:embed="rId6">
            <a:alphaModFix/>
          </a:blip>
          <a:srcRect b="12891" l="5809" r="10836" t="8941"/>
          <a:stretch/>
        </p:blipFill>
        <p:spPr>
          <a:xfrm>
            <a:off x="5153669" y="3919505"/>
            <a:ext cx="3228628" cy="2018496"/>
          </a:xfrm>
          <a:prstGeom prst="rect">
            <a:avLst/>
          </a:prstGeom>
          <a:noFill/>
          <a:ln>
            <a:noFill/>
          </a:ln>
        </p:spPr>
      </p:pic>
      <p:pic>
        <p:nvPicPr>
          <p:cNvPr id="201" name="Google Shape;201;p51"/>
          <p:cNvPicPr preferRelativeResize="0"/>
          <p:nvPr/>
        </p:nvPicPr>
        <p:blipFill rotWithShape="1">
          <a:blip r:embed="rId7">
            <a:alphaModFix/>
          </a:blip>
          <a:srcRect b="0" l="16645" r="16645" t="0"/>
          <a:stretch/>
        </p:blipFill>
        <p:spPr>
          <a:xfrm>
            <a:off x="3681136" y="4578168"/>
            <a:ext cx="1032654" cy="1031240"/>
          </a:xfrm>
          <a:prstGeom prst="rect">
            <a:avLst/>
          </a:prstGeom>
          <a:noFill/>
          <a:ln>
            <a:noFill/>
          </a:ln>
        </p:spPr>
      </p:pic>
      <p:pic>
        <p:nvPicPr>
          <p:cNvPr id="202" name="Google Shape;202;p51"/>
          <p:cNvPicPr preferRelativeResize="0"/>
          <p:nvPr/>
        </p:nvPicPr>
        <p:blipFill rotWithShape="1">
          <a:blip r:embed="rId8">
            <a:alphaModFix/>
          </a:blip>
          <a:srcRect b="0" l="25889" r="29734" t="6082"/>
          <a:stretch/>
        </p:blipFill>
        <p:spPr>
          <a:xfrm>
            <a:off x="8382297" y="1904559"/>
            <a:ext cx="2857204" cy="402989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7"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9096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Work Sans Black"/>
              <a:buNone/>
              <a:defRPr b="1" i="0" sz="4400" u="none" cap="none" strike="noStrike">
                <a:solidFill>
                  <a:schemeClr val="lt1"/>
                </a:solidFill>
                <a:latin typeface="Work Sans Black"/>
                <a:ea typeface="Work Sans Black"/>
                <a:cs typeface="Work Sans Black"/>
                <a:sym typeface="Work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2370137"/>
            <a:ext cx="10515600" cy="341090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Work Sans Medium"/>
                <a:ea typeface="Work Sans Medium"/>
                <a:cs typeface="Work Sans Medium"/>
                <a:sym typeface="Work Sans Medium"/>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Work Sans Medium"/>
                <a:ea typeface="Work Sans Medium"/>
                <a:cs typeface="Work Sans Medium"/>
                <a:sym typeface="Work Sans Medium"/>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Work Sans Medium"/>
                <a:ea typeface="Work Sans Medium"/>
                <a:cs typeface="Work Sans Medium"/>
                <a:sym typeface="Work Sans Medium"/>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Work Sans Medium"/>
                <a:ea typeface="Work Sans Medium"/>
                <a:cs typeface="Work Sans Medium"/>
                <a:sym typeface="Work Sans Medium"/>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Work Sans Medium"/>
                <a:ea typeface="Work Sans Medium"/>
                <a:cs typeface="Work Sans Medium"/>
                <a:sym typeface="Work Sans Medium"/>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25"/>
          <p:cNvSpPr txBox="1"/>
          <p:nvPr>
            <p:ph idx="10" type="dt"/>
          </p:nvPr>
        </p:nvSpPr>
        <p:spPr>
          <a:xfrm>
            <a:off x="838200" y="6204949"/>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50" u="none" cap="none" strike="noStrike">
                <a:solidFill>
                  <a:schemeClr val="lt1"/>
                </a:solidFill>
                <a:latin typeface="Work Sans Medium"/>
                <a:ea typeface="Work Sans Medium"/>
                <a:cs typeface="Work Sans Medium"/>
                <a:sym typeface="Work Sans Medium"/>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pic>
        <p:nvPicPr>
          <p:cNvPr descr="A white text on a black background&#10;&#10;AI-generated content may be incorrect." id="9" name="Google Shape;9;p25"/>
          <p:cNvPicPr preferRelativeResize="0"/>
          <p:nvPr/>
        </p:nvPicPr>
        <p:blipFill rotWithShape="1">
          <a:blip r:embed="rId1">
            <a:alphaModFix/>
          </a:blip>
          <a:srcRect b="0" l="0" r="0" t="0"/>
          <a:stretch/>
        </p:blipFill>
        <p:spPr>
          <a:xfrm>
            <a:off x="10983911" y="398493"/>
            <a:ext cx="739776" cy="739776"/>
          </a:xfrm>
          <a:prstGeom prst="rect">
            <a:avLst/>
          </a:prstGeom>
          <a:noFill/>
          <a:ln>
            <a:noFill/>
          </a:ln>
        </p:spPr>
      </p:pic>
      <p:sp>
        <p:nvSpPr>
          <p:cNvPr id="10" name="Google Shape;10;p25"/>
          <p:cNvSpPr txBox="1"/>
          <p:nvPr/>
        </p:nvSpPr>
        <p:spPr>
          <a:xfrm>
            <a:off x="8623300" y="6256707"/>
            <a:ext cx="3155950"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050" u="none" cap="none" strike="noStrike">
                <a:solidFill>
                  <a:schemeClr val="lt1"/>
                </a:solidFill>
                <a:latin typeface="Work Sans SemiBold"/>
                <a:ea typeface="Work Sans SemiBold"/>
                <a:cs typeface="Work Sans SemiBold"/>
                <a:sym typeface="Work Sans SemiBold"/>
              </a:rPr>
              <a:t>TEXAS A&amp;M UNIVERSITY</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9" name="Shape 169"/>
        <p:cNvGrpSpPr/>
        <p:nvPr/>
      </p:nvGrpSpPr>
      <p:grpSpPr>
        <a:xfrm>
          <a:off x="0" y="0"/>
          <a:ext cx="0" cy="0"/>
          <a:chOff x="0" y="0"/>
          <a:chExt cx="0" cy="0"/>
        </a:xfrm>
      </p:grpSpPr>
      <p:sp>
        <p:nvSpPr>
          <p:cNvPr id="170" name="Google Shape;170;p29"/>
          <p:cNvSpPr txBox="1"/>
          <p:nvPr>
            <p:ph type="title"/>
          </p:nvPr>
        </p:nvSpPr>
        <p:spPr>
          <a:xfrm>
            <a:off x="838200" y="9096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Work Sans Black"/>
              <a:buNone/>
              <a:defRPr b="1" i="0" sz="4400" u="none" cap="none" strike="noStrike">
                <a:solidFill>
                  <a:schemeClr val="dk1"/>
                </a:solidFill>
                <a:latin typeface="Work Sans Black"/>
                <a:ea typeface="Work Sans Black"/>
                <a:cs typeface="Work Sans Black"/>
                <a:sym typeface="Work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1" name="Google Shape;171;p29"/>
          <p:cNvSpPr txBox="1"/>
          <p:nvPr>
            <p:ph idx="1" type="body"/>
          </p:nvPr>
        </p:nvSpPr>
        <p:spPr>
          <a:xfrm>
            <a:off x="838200" y="2370137"/>
            <a:ext cx="10515600" cy="341090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Work Sans Medium"/>
                <a:ea typeface="Work Sans Medium"/>
                <a:cs typeface="Work Sans Medium"/>
                <a:sym typeface="Work Sans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Work Sans Medium"/>
                <a:ea typeface="Work Sans Medium"/>
                <a:cs typeface="Work Sans Medium"/>
                <a:sym typeface="Work Sans Medium"/>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Work Sans Medium"/>
                <a:ea typeface="Work Sans Medium"/>
                <a:cs typeface="Work Sans Medium"/>
                <a:sym typeface="Work Sans Medium"/>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Work Sans Medium"/>
                <a:ea typeface="Work Sans Medium"/>
                <a:cs typeface="Work Sans Medium"/>
                <a:sym typeface="Work Sans Medium"/>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Work Sans Medium"/>
                <a:ea typeface="Work Sans Medium"/>
                <a:cs typeface="Work Sans Medium"/>
                <a:sym typeface="Work Sans Medium"/>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2" name="Google Shape;172;p29"/>
          <p:cNvSpPr txBox="1"/>
          <p:nvPr>
            <p:ph idx="10" type="dt"/>
          </p:nvPr>
        </p:nvSpPr>
        <p:spPr>
          <a:xfrm>
            <a:off x="838200" y="6204949"/>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50" u="none" cap="none" strike="noStrike">
                <a:solidFill>
                  <a:srgbClr val="777777"/>
                </a:solidFill>
                <a:latin typeface="Work Sans Medium"/>
                <a:ea typeface="Work Sans Medium"/>
                <a:cs typeface="Work Sans Medium"/>
                <a:sym typeface="Work Sans Medium"/>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A white text on a black background&#10;&#10;AI-generated content may be incorrect." id="173" name="Google Shape;173;p29"/>
          <p:cNvPicPr preferRelativeResize="0"/>
          <p:nvPr/>
        </p:nvPicPr>
        <p:blipFill rotWithShape="1">
          <a:blip r:embed="rId1">
            <a:alphaModFix/>
          </a:blip>
          <a:srcRect b="0" l="0" r="0" t="0"/>
          <a:stretch/>
        </p:blipFill>
        <p:spPr>
          <a:xfrm>
            <a:off x="10983911" y="398493"/>
            <a:ext cx="739776" cy="739776"/>
          </a:xfrm>
          <a:prstGeom prst="rect">
            <a:avLst/>
          </a:prstGeom>
          <a:noFill/>
          <a:ln>
            <a:noFill/>
          </a:ln>
        </p:spPr>
      </p:pic>
      <p:sp>
        <p:nvSpPr>
          <p:cNvPr id="174" name="Google Shape;174;p29"/>
          <p:cNvSpPr txBox="1"/>
          <p:nvPr/>
        </p:nvSpPr>
        <p:spPr>
          <a:xfrm>
            <a:off x="8623300" y="6256707"/>
            <a:ext cx="3155950"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050" u="none" cap="none" strike="noStrike">
                <a:solidFill>
                  <a:schemeClr val="dk1"/>
                </a:solidFill>
                <a:latin typeface="Work Sans SemiBold"/>
                <a:ea typeface="Work Sans SemiBold"/>
                <a:cs typeface="Work Sans SemiBold"/>
                <a:sym typeface="Work Sans SemiBold"/>
              </a:rPr>
              <a:t>TEXAS A&amp;M UNIVERSITY</a:t>
            </a:r>
            <a:endParaRPr/>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
          <p:cNvSpPr txBox="1"/>
          <p:nvPr>
            <p:ph idx="1" type="subTitle"/>
          </p:nvPr>
        </p:nvSpPr>
        <p:spPr>
          <a:xfrm>
            <a:off x="1524000" y="4107443"/>
            <a:ext cx="9144000" cy="417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rPr b="1" lang="en-US" sz="3000">
                <a:latin typeface="Work Sans"/>
                <a:ea typeface="Work Sans"/>
                <a:cs typeface="Work Sans"/>
                <a:sym typeface="Work Sans"/>
              </a:rPr>
              <a:t>Himanshu Parida</a:t>
            </a:r>
            <a:br>
              <a:rPr b="1" lang="en-US" sz="3000">
                <a:latin typeface="Work Sans"/>
                <a:ea typeface="Work Sans"/>
                <a:cs typeface="Work Sans"/>
                <a:sym typeface="Work Sans"/>
              </a:rPr>
            </a:br>
            <a:r>
              <a:rPr b="1" lang="en-US" sz="3000">
                <a:latin typeface="Work Sans"/>
                <a:ea typeface="Work Sans"/>
                <a:cs typeface="Work Sans"/>
                <a:sym typeface="Work Sans"/>
              </a:rPr>
              <a:t>Master of Computer Science</a:t>
            </a:r>
            <a:endParaRPr b="1" sz="3000">
              <a:latin typeface="Work Sans"/>
              <a:ea typeface="Work Sans"/>
              <a:cs typeface="Work Sans"/>
              <a:sym typeface="Work Sans"/>
            </a:endParaRPr>
          </a:p>
        </p:txBody>
      </p:sp>
      <p:sp>
        <p:nvSpPr>
          <p:cNvPr id="208" name="Google Shape;208;p1"/>
          <p:cNvSpPr txBox="1"/>
          <p:nvPr>
            <p:ph type="ctrTitle"/>
          </p:nvPr>
        </p:nvSpPr>
        <p:spPr>
          <a:xfrm>
            <a:off x="1524000" y="2123121"/>
            <a:ext cx="9144000" cy="18063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25000"/>
              </a:lnSpc>
              <a:spcBef>
                <a:spcPts val="0"/>
              </a:spcBef>
              <a:spcAft>
                <a:spcPts val="0"/>
              </a:spcAft>
              <a:buNone/>
            </a:pPr>
            <a:r>
              <a:rPr lang="en-US" sz="3000">
                <a:latin typeface="Work Sans"/>
                <a:ea typeface="Work Sans"/>
                <a:cs typeface="Work Sans"/>
                <a:sym typeface="Work Sans"/>
              </a:rPr>
              <a:t>Project Proposal Lightning Talk</a:t>
            </a:r>
            <a:endParaRPr sz="3000">
              <a:latin typeface="Work Sans"/>
              <a:ea typeface="Work Sans"/>
              <a:cs typeface="Work Sans"/>
              <a:sym typeface="Work Sans"/>
            </a:endParaRPr>
          </a:p>
          <a:p>
            <a:pPr indent="0" lvl="0" marL="0" rtl="0" algn="ctr">
              <a:lnSpc>
                <a:spcPct val="125000"/>
              </a:lnSpc>
              <a:spcBef>
                <a:spcPts val="0"/>
              </a:spcBef>
              <a:spcAft>
                <a:spcPts val="0"/>
              </a:spcAft>
              <a:buNone/>
            </a:pPr>
            <a:r>
              <a:rPr lang="en-US" sz="3000">
                <a:latin typeface="Work Sans"/>
                <a:ea typeface="Work Sans"/>
                <a:cs typeface="Work Sans"/>
                <a:sym typeface="Work Sans"/>
              </a:rPr>
              <a:t>Title: Drift-Aware Forecasts of NYC 311 Demand</a:t>
            </a:r>
            <a:endParaRPr sz="3000">
              <a:latin typeface="Work Sans"/>
              <a:ea typeface="Work Sans"/>
              <a:cs typeface="Work Sans"/>
              <a:sym typeface="Work Sans"/>
            </a:endParaRPr>
          </a:p>
          <a:p>
            <a:pPr indent="0" lvl="0" marL="0" rtl="0" algn="l">
              <a:lnSpc>
                <a:spcPct val="90000"/>
              </a:lnSpc>
              <a:spcBef>
                <a:spcPts val="0"/>
              </a:spcBef>
              <a:spcAft>
                <a:spcPts val="0"/>
              </a:spcAft>
              <a:buClr>
                <a:schemeClr val="lt1"/>
              </a:buClr>
              <a:buSzPct val="200000"/>
              <a:buFont typeface="Work Sans ExtraBold"/>
              <a:buNone/>
            </a:pPr>
            <a:r>
              <a:t/>
            </a:r>
            <a:endParaRPr sz="3000"/>
          </a:p>
        </p:txBody>
      </p:sp>
      <p:sp>
        <p:nvSpPr>
          <p:cNvPr id="209" name="Google Shape;209;p1"/>
          <p:cNvSpPr txBox="1"/>
          <p:nvPr>
            <p:ph idx="2" type="body"/>
          </p:nvPr>
        </p:nvSpPr>
        <p:spPr>
          <a:xfrm>
            <a:off x="1834900" y="877825"/>
            <a:ext cx="8062800" cy="497700"/>
          </a:xfrm>
          <a:prstGeom prst="rect">
            <a:avLst/>
          </a:prstGeom>
          <a:noFill/>
          <a:ln>
            <a:noFill/>
          </a:ln>
        </p:spPr>
        <p:txBody>
          <a:bodyPr anchorCtr="0" anchor="b" bIns="0" lIns="91425" spcFirstLastPara="1" rIns="91425" wrap="square" tIns="0">
            <a:noAutofit/>
          </a:bodyPr>
          <a:lstStyle/>
          <a:p>
            <a:pPr indent="0" lvl="0" marL="0" rtl="0" algn="ctr">
              <a:lnSpc>
                <a:spcPct val="90000"/>
              </a:lnSpc>
              <a:spcBef>
                <a:spcPts val="0"/>
              </a:spcBef>
              <a:spcAft>
                <a:spcPts val="0"/>
              </a:spcAft>
              <a:buClr>
                <a:schemeClr val="accent3"/>
              </a:buClr>
              <a:buSzPts val="1800"/>
              <a:buNone/>
            </a:pPr>
            <a:r>
              <a:rPr b="1" lang="en-US" sz="3600">
                <a:solidFill>
                  <a:schemeClr val="lt1"/>
                </a:solidFill>
                <a:latin typeface="Work Sans"/>
                <a:ea typeface="Work Sans"/>
                <a:cs typeface="Work Sans"/>
                <a:sym typeface="Work Sans"/>
              </a:rPr>
              <a:t>CSCE 676 DATA MINING AND ANALYSIS</a:t>
            </a:r>
            <a:endParaRPr b="1" sz="3600">
              <a:solidFill>
                <a:schemeClr val="lt1"/>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
          <p:cNvSpPr txBox="1"/>
          <p:nvPr>
            <p:ph idx="1" type="body"/>
          </p:nvPr>
        </p:nvSpPr>
        <p:spPr>
          <a:xfrm>
            <a:off x="831850" y="1352925"/>
            <a:ext cx="10515600" cy="3490500"/>
          </a:xfrm>
          <a:prstGeom prst="rect">
            <a:avLst/>
          </a:prstGeom>
          <a:noFill/>
          <a:ln>
            <a:noFill/>
          </a:ln>
        </p:spPr>
        <p:txBody>
          <a:bodyPr anchorCtr="0" anchor="t" bIns="45700" lIns="91425" spcFirstLastPara="1" rIns="91425" wrap="square" tIns="45700">
            <a:normAutofit/>
          </a:bodyPr>
          <a:lstStyle/>
          <a:p>
            <a:pPr indent="-381000" lvl="0" marL="457200" rtl="0" algn="l">
              <a:lnSpc>
                <a:spcPct val="150000"/>
              </a:lnSpc>
              <a:spcBef>
                <a:spcPts val="1200"/>
              </a:spcBef>
              <a:spcAft>
                <a:spcPts val="0"/>
              </a:spcAft>
              <a:buSzPts val="2400"/>
              <a:buChar char="●"/>
            </a:pPr>
            <a:r>
              <a:rPr lang="en-US"/>
              <a:t>NYC 311 receives thousands of </a:t>
            </a:r>
            <a:r>
              <a:rPr b="1" lang="en-US">
                <a:latin typeface="Work Sans"/>
                <a:ea typeface="Work Sans"/>
                <a:cs typeface="Work Sans"/>
                <a:sym typeface="Work Sans"/>
              </a:rPr>
              <a:t>non-emergency requests</a:t>
            </a:r>
            <a:r>
              <a:rPr lang="en-US"/>
              <a:t> daily (noise, heat, trash, potholes).</a:t>
            </a:r>
            <a:endParaRPr/>
          </a:p>
          <a:p>
            <a:pPr indent="-381000" lvl="0" marL="457200" rtl="0" algn="l">
              <a:lnSpc>
                <a:spcPct val="150000"/>
              </a:lnSpc>
              <a:spcBef>
                <a:spcPts val="0"/>
              </a:spcBef>
              <a:spcAft>
                <a:spcPts val="0"/>
              </a:spcAft>
              <a:buSzPts val="2400"/>
              <a:buChar char="●"/>
            </a:pPr>
            <a:r>
              <a:rPr lang="en-US"/>
              <a:t>Agencies must staff crews and call centers ahead of demand.</a:t>
            </a:r>
            <a:endParaRPr/>
          </a:p>
          <a:p>
            <a:pPr indent="-381000" lvl="0" marL="457200" rtl="0" algn="l">
              <a:lnSpc>
                <a:spcPct val="150000"/>
              </a:lnSpc>
              <a:spcBef>
                <a:spcPts val="0"/>
              </a:spcBef>
              <a:spcAft>
                <a:spcPts val="0"/>
              </a:spcAft>
              <a:buSzPts val="2400"/>
              <a:buChar char="●"/>
            </a:pPr>
            <a:r>
              <a:rPr lang="en-US"/>
              <a:t>Too few staff means backlogs; too many means wasted money.</a:t>
            </a:r>
            <a:endParaRPr/>
          </a:p>
          <a:p>
            <a:pPr indent="-381000" lvl="0" marL="457200" rtl="0" algn="l">
              <a:lnSpc>
                <a:spcPct val="150000"/>
              </a:lnSpc>
              <a:spcBef>
                <a:spcPts val="0"/>
              </a:spcBef>
              <a:spcAft>
                <a:spcPts val="0"/>
              </a:spcAft>
              <a:buSzPts val="2400"/>
              <a:buChar char="●"/>
            </a:pPr>
            <a:r>
              <a:rPr lang="en-US"/>
              <a:t>City behavior shifts over time (COVID, seasons, policies, festivals), so a model trained once goes stale.</a:t>
            </a:r>
            <a:endParaRPr/>
          </a:p>
        </p:txBody>
      </p:sp>
      <p:sp>
        <p:nvSpPr>
          <p:cNvPr id="215" name="Google Shape;215;p4"/>
          <p:cNvSpPr txBox="1"/>
          <p:nvPr>
            <p:ph type="title"/>
          </p:nvPr>
        </p:nvSpPr>
        <p:spPr>
          <a:xfrm>
            <a:off x="294050" y="491775"/>
            <a:ext cx="10515600" cy="5775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2"/>
              </a:buClr>
              <a:buSzPts val="6000"/>
              <a:buFont typeface="Work Sans Black"/>
              <a:buNone/>
            </a:pPr>
            <a:r>
              <a:rPr lang="en-US" sz="3400">
                <a:latin typeface="Work Sans"/>
                <a:ea typeface="Work Sans"/>
                <a:cs typeface="Work Sans"/>
                <a:sym typeface="Work Sans"/>
              </a:rPr>
              <a:t>Motivation: Reliable Forecasts as NYC Changes</a:t>
            </a:r>
            <a:endParaRPr sz="3400">
              <a:latin typeface="Work Sans"/>
              <a:ea typeface="Work Sans"/>
              <a:cs typeface="Work Sans"/>
              <a:sym typeface="Work Sans"/>
            </a:endParaRPr>
          </a:p>
        </p:txBody>
      </p:sp>
      <p:sp>
        <p:nvSpPr>
          <p:cNvPr id="216" name="Google Shape;216;p4"/>
          <p:cNvSpPr txBox="1"/>
          <p:nvPr/>
        </p:nvSpPr>
        <p:spPr>
          <a:xfrm>
            <a:off x="356350" y="5127075"/>
            <a:ext cx="10991100" cy="2013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sz="2400">
                <a:solidFill>
                  <a:schemeClr val="dk2"/>
                </a:solidFill>
                <a:latin typeface="Work Sans"/>
                <a:ea typeface="Work Sans"/>
                <a:cs typeface="Work Sans"/>
                <a:sym typeface="Work Sans"/>
              </a:rPr>
              <a:t>Take-home message:</a:t>
            </a:r>
            <a:r>
              <a:rPr lang="en-US" sz="2400">
                <a:solidFill>
                  <a:schemeClr val="dk2"/>
                </a:solidFill>
                <a:latin typeface="Work Sans Medium"/>
                <a:ea typeface="Work Sans Medium"/>
                <a:cs typeface="Work Sans Medium"/>
                <a:sym typeface="Work Sans Medium"/>
              </a:rPr>
              <a:t> A forecasting model is only useful if it keeps working as the data changes, so we build a streaming system that detects drift and retrains automatically.</a:t>
            </a:r>
            <a:endParaRPr sz="2400">
              <a:solidFill>
                <a:schemeClr val="dk2"/>
              </a:solidFill>
              <a:latin typeface="Work Sans Medium"/>
              <a:ea typeface="Work Sans Medium"/>
              <a:cs typeface="Work Sans Medium"/>
              <a:sym typeface="Work Sans Medium"/>
            </a:endParaRPr>
          </a:p>
          <a:p>
            <a:pPr indent="0" lvl="0" marL="0" rtl="0" algn="just">
              <a:spcBef>
                <a:spcPts val="1200"/>
              </a:spcBef>
              <a:spcAft>
                <a:spcPts val="0"/>
              </a:spcAft>
              <a:buNone/>
            </a:pPr>
            <a:r>
              <a:t/>
            </a:r>
            <a:endParaRPr sz="2600">
              <a:solidFill>
                <a:schemeClr val="dk1"/>
              </a:solidFill>
              <a:latin typeface="Work Sans Medium"/>
              <a:ea typeface="Work Sans Medium"/>
              <a:cs typeface="Work Sans Medium"/>
              <a:sym typeface="Work Sa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h374d90b964d84f17_0_9"/>
          <p:cNvSpPr txBox="1"/>
          <p:nvPr>
            <p:ph idx="1" type="body"/>
          </p:nvPr>
        </p:nvSpPr>
        <p:spPr>
          <a:xfrm>
            <a:off x="474450" y="1654850"/>
            <a:ext cx="11243100" cy="50220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1200"/>
              </a:spcBef>
              <a:spcAft>
                <a:spcPts val="0"/>
              </a:spcAft>
              <a:buSzPts val="2400"/>
              <a:buChar char="●"/>
            </a:pPr>
            <a:r>
              <a:rPr b="1" lang="en-US">
                <a:latin typeface="Work Sans"/>
                <a:ea typeface="Work Sans"/>
                <a:cs typeface="Work Sans"/>
                <a:sym typeface="Work Sans"/>
              </a:rPr>
              <a:t>Goal:</a:t>
            </a:r>
            <a:r>
              <a:rPr lang="en-US"/>
              <a:t> forecast the number of 311 requests for the next hours or days, by complaint category and area.</a:t>
            </a:r>
            <a:endParaRPr/>
          </a:p>
          <a:p>
            <a:pPr indent="-381000" lvl="0" marL="457200" rtl="0" algn="l">
              <a:lnSpc>
                <a:spcPct val="100000"/>
              </a:lnSpc>
              <a:spcBef>
                <a:spcPts val="0"/>
              </a:spcBef>
              <a:spcAft>
                <a:spcPts val="0"/>
              </a:spcAft>
              <a:buSzPts val="2400"/>
              <a:buChar char="●"/>
            </a:pPr>
            <a:r>
              <a:rPr b="1" lang="en-US">
                <a:latin typeface="Work Sans"/>
                <a:ea typeface="Work Sans"/>
                <a:cs typeface="Work Sans"/>
                <a:sym typeface="Work Sans"/>
              </a:rPr>
              <a:t>Dataset:</a:t>
            </a:r>
            <a:r>
              <a:rPr lang="en-US"/>
              <a:t> NYC Open Data, 311 Service Requests from 2020 to Present, with timestamps, complaint type, agency, and location.</a:t>
            </a:r>
            <a:endParaRPr/>
          </a:p>
          <a:p>
            <a:pPr indent="-381000" lvl="0" marL="457200" rtl="0" algn="l">
              <a:lnSpc>
                <a:spcPct val="100000"/>
              </a:lnSpc>
              <a:spcBef>
                <a:spcPts val="0"/>
              </a:spcBef>
              <a:spcAft>
                <a:spcPts val="0"/>
              </a:spcAft>
              <a:buSzPts val="2400"/>
              <a:buChar char="●"/>
            </a:pPr>
            <a:r>
              <a:rPr b="1" lang="en-US">
                <a:latin typeface="Work Sans"/>
                <a:ea typeface="Work Sans"/>
                <a:cs typeface="Work Sans"/>
                <a:sym typeface="Work Sans"/>
              </a:rPr>
              <a:t>Constraints:	</a:t>
            </a:r>
            <a:br>
              <a:rPr b="1" lang="en-US">
                <a:latin typeface="Work Sans"/>
                <a:ea typeface="Work Sans"/>
                <a:cs typeface="Work Sans"/>
                <a:sym typeface="Work Sans"/>
              </a:rPr>
            </a:br>
            <a:r>
              <a:rPr lang="en-US"/>
              <a:t>- Source updates daily, so the stream is simulated by replaying historical events in time order.</a:t>
            </a:r>
            <a:br>
              <a:rPr lang="en-US"/>
            </a:br>
            <a:r>
              <a:rPr lang="en-US"/>
              <a:t>- Evaluation must respect time.</a:t>
            </a:r>
            <a:br>
              <a:rPr lang="en-US"/>
            </a:br>
            <a:r>
              <a:rPr lang="en-US"/>
              <a:t>- Data distribution shifts over time.</a:t>
            </a:r>
            <a:endParaRPr/>
          </a:p>
          <a:p>
            <a:pPr indent="-381000" lvl="0" marL="457200" rtl="0" algn="l">
              <a:lnSpc>
                <a:spcPct val="100000"/>
              </a:lnSpc>
              <a:spcBef>
                <a:spcPts val="0"/>
              </a:spcBef>
              <a:spcAft>
                <a:spcPts val="0"/>
              </a:spcAft>
              <a:buSzPts val="2400"/>
              <a:buChar char="●"/>
            </a:pPr>
            <a:r>
              <a:rPr b="1" lang="en-US">
                <a:latin typeface="Work Sans"/>
                <a:ea typeface="Work Sans"/>
                <a:cs typeface="Work Sans"/>
                <a:sym typeface="Work Sans"/>
              </a:rPr>
              <a:t>Objectives:</a:t>
            </a:r>
            <a:br>
              <a:rPr b="1" lang="en-US">
                <a:latin typeface="Work Sans"/>
                <a:ea typeface="Work Sans"/>
                <a:cs typeface="Work Sans"/>
                <a:sym typeface="Work Sans"/>
              </a:rPr>
            </a:br>
            <a:r>
              <a:rPr lang="en-US"/>
              <a:t>- accurate forecasts to avoid understaffing/overstaffing</a:t>
            </a:r>
            <a:br>
              <a:rPr lang="en-US"/>
            </a:br>
            <a:r>
              <a:rPr lang="en-US"/>
              <a:t>- detect drift (covariate/label/concept)</a:t>
            </a:r>
            <a:br>
              <a:rPr lang="en-US"/>
            </a:br>
            <a:r>
              <a:rPr lang="en-US"/>
              <a:t>- retrain automatically</a:t>
            </a:r>
            <a:endParaRPr/>
          </a:p>
        </p:txBody>
      </p:sp>
      <p:sp>
        <p:nvSpPr>
          <p:cNvPr id="222" name="Google Shape;222;h374d90b964d84f17_0_9"/>
          <p:cNvSpPr txBox="1"/>
          <p:nvPr>
            <p:ph type="title"/>
          </p:nvPr>
        </p:nvSpPr>
        <p:spPr>
          <a:xfrm>
            <a:off x="838200" y="836825"/>
            <a:ext cx="10515600" cy="5775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2"/>
              </a:buClr>
              <a:buSzPts val="6000"/>
              <a:buFont typeface="Work Sans Black"/>
              <a:buNone/>
            </a:pPr>
            <a:r>
              <a:rPr lang="en-US" sz="3400">
                <a:latin typeface="Work Sans"/>
                <a:ea typeface="Work Sans"/>
                <a:cs typeface="Work Sans"/>
                <a:sym typeface="Work Sans"/>
              </a:rPr>
              <a:t>Problem formulation</a:t>
            </a:r>
            <a:r>
              <a:rPr lang="en-US" sz="3400">
                <a:latin typeface="Work Sans"/>
                <a:ea typeface="Work Sans"/>
                <a:cs typeface="Work Sans"/>
                <a:sym typeface="Work Sans"/>
              </a:rPr>
              <a:t>: Data, Constraints, Prediction</a:t>
            </a:r>
            <a:endParaRPr sz="3400">
              <a:latin typeface="Work Sans"/>
              <a:ea typeface="Work Sans"/>
              <a:cs typeface="Work Sans"/>
              <a:sym typeface="Work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h374d90b964d84f17_0_26"/>
          <p:cNvSpPr txBox="1"/>
          <p:nvPr>
            <p:ph idx="1" type="body"/>
          </p:nvPr>
        </p:nvSpPr>
        <p:spPr>
          <a:xfrm>
            <a:off x="549000" y="996375"/>
            <a:ext cx="11243100" cy="5022000"/>
          </a:xfrm>
          <a:prstGeom prst="rect">
            <a:avLst/>
          </a:prstGeom>
          <a:noFill/>
          <a:ln>
            <a:noFill/>
          </a:ln>
        </p:spPr>
        <p:txBody>
          <a:bodyPr anchorCtr="0" anchor="t" bIns="45700" lIns="91425" spcFirstLastPara="1" rIns="91425" wrap="square" tIns="45700">
            <a:noAutofit/>
          </a:bodyPr>
          <a:lstStyle/>
          <a:p>
            <a:pPr indent="-374650" lvl="0" marL="457200" rtl="0" algn="l">
              <a:lnSpc>
                <a:spcPct val="100000"/>
              </a:lnSpc>
              <a:spcBef>
                <a:spcPts val="1200"/>
              </a:spcBef>
              <a:spcAft>
                <a:spcPts val="0"/>
              </a:spcAft>
              <a:buSzPts val="2300"/>
              <a:buChar char="●"/>
            </a:pPr>
            <a:r>
              <a:rPr b="1" lang="en-US" sz="2300">
                <a:latin typeface="Work Sans"/>
                <a:ea typeface="Work Sans"/>
                <a:cs typeface="Work Sans"/>
                <a:sym typeface="Work Sans"/>
              </a:rPr>
              <a:t>Method flow</a:t>
            </a:r>
            <a:r>
              <a:rPr b="1" lang="en-US" sz="2300">
                <a:latin typeface="Work Sans"/>
                <a:ea typeface="Work Sans"/>
                <a:cs typeface="Work Sans"/>
                <a:sym typeface="Work Sans"/>
              </a:rPr>
              <a:t>:</a:t>
            </a:r>
            <a:r>
              <a:rPr lang="en-US" sz="2300"/>
              <a:t> </a:t>
            </a:r>
            <a:br>
              <a:rPr lang="en-US" sz="2300"/>
            </a:br>
            <a:br>
              <a:rPr lang="en-US" sz="2300"/>
            </a:br>
            <a:br>
              <a:rPr lang="en-US" sz="2300"/>
            </a:br>
            <a:br>
              <a:rPr lang="en-US" sz="2300"/>
            </a:br>
            <a:endParaRPr sz="2300"/>
          </a:p>
          <a:p>
            <a:pPr indent="-374650" lvl="0" marL="457200" rtl="0" algn="l">
              <a:lnSpc>
                <a:spcPct val="115000"/>
              </a:lnSpc>
              <a:spcBef>
                <a:spcPts val="0"/>
              </a:spcBef>
              <a:spcAft>
                <a:spcPts val="0"/>
              </a:spcAft>
              <a:buSzPts val="2300"/>
              <a:buChar char="●"/>
            </a:pPr>
            <a:r>
              <a:rPr b="1" lang="en-US" sz="2300">
                <a:latin typeface="Work Sans"/>
                <a:ea typeface="Work Sans"/>
                <a:cs typeface="Work Sans"/>
                <a:sym typeface="Work Sans"/>
              </a:rPr>
              <a:t>Retraining strategies compared: </a:t>
            </a:r>
            <a:r>
              <a:rPr lang="en-US" sz="2300"/>
              <a:t>never retrain, scheduled retraining, drift-triggered retraining.</a:t>
            </a:r>
            <a:endParaRPr sz="2300"/>
          </a:p>
          <a:p>
            <a:pPr indent="-374650" lvl="0" marL="457200" rtl="0" algn="l">
              <a:lnSpc>
                <a:spcPct val="115000"/>
              </a:lnSpc>
              <a:spcBef>
                <a:spcPts val="0"/>
              </a:spcBef>
              <a:spcAft>
                <a:spcPts val="0"/>
              </a:spcAft>
              <a:buSzPts val="2300"/>
              <a:buChar char="●"/>
            </a:pPr>
            <a:r>
              <a:rPr b="1" lang="en-US" sz="2300">
                <a:latin typeface="Work Sans"/>
                <a:ea typeface="Work Sans"/>
                <a:cs typeface="Work Sans"/>
                <a:sym typeface="Work Sans"/>
              </a:rPr>
              <a:t>Metrics</a:t>
            </a:r>
            <a:r>
              <a:rPr b="1" lang="en-US" sz="2300">
                <a:latin typeface="Work Sans"/>
                <a:ea typeface="Work Sans"/>
                <a:cs typeface="Work Sans"/>
                <a:sym typeface="Work Sans"/>
              </a:rPr>
              <a:t>:	</a:t>
            </a:r>
            <a:br>
              <a:rPr b="1" lang="en-US" sz="2300">
                <a:latin typeface="Work Sans"/>
                <a:ea typeface="Work Sans"/>
                <a:cs typeface="Work Sans"/>
                <a:sym typeface="Work Sans"/>
              </a:rPr>
            </a:br>
            <a:r>
              <a:rPr lang="en-US" sz="2300"/>
              <a:t>- </a:t>
            </a:r>
            <a:r>
              <a:rPr b="1" lang="en-US" sz="2300">
                <a:latin typeface="Work Sans"/>
                <a:ea typeface="Work Sans"/>
                <a:cs typeface="Work Sans"/>
                <a:sym typeface="Work Sans"/>
              </a:rPr>
              <a:t>Forecast quality:</a:t>
            </a:r>
            <a:r>
              <a:rPr lang="en-US" sz="2300"/>
              <a:t> error vs. a simple baseline(ETS or similar classical models), quantile loss for the uncertainty range</a:t>
            </a:r>
            <a:br>
              <a:rPr lang="en-US" sz="2300"/>
            </a:br>
            <a:r>
              <a:rPr lang="en-US" sz="2300"/>
              <a:t>- </a:t>
            </a:r>
            <a:r>
              <a:rPr b="1" lang="en-US" sz="2300">
                <a:latin typeface="Work Sans"/>
                <a:ea typeface="Work Sans"/>
                <a:cs typeface="Work Sans"/>
                <a:sym typeface="Work Sans"/>
              </a:rPr>
              <a:t>Drift handling:</a:t>
            </a:r>
            <a:r>
              <a:rPr lang="en-US" sz="2300"/>
              <a:t> detection delay, false-alarm rate, how fast accuracy recovers after a shock</a:t>
            </a:r>
            <a:br>
              <a:rPr lang="en-US" sz="2300"/>
            </a:br>
            <a:r>
              <a:rPr lang="en-US" sz="2300"/>
              <a:t>- </a:t>
            </a:r>
            <a:r>
              <a:rPr b="1" lang="en-US" sz="2300">
                <a:latin typeface="Work Sans"/>
                <a:ea typeface="Work Sans"/>
                <a:cs typeface="Work Sans"/>
                <a:sym typeface="Work Sans"/>
              </a:rPr>
              <a:t>System:</a:t>
            </a:r>
            <a:r>
              <a:rPr lang="en-US" sz="2300"/>
              <a:t> retraining cost and forecast latency</a:t>
            </a:r>
            <a:endParaRPr sz="2300"/>
          </a:p>
        </p:txBody>
      </p:sp>
      <p:sp>
        <p:nvSpPr>
          <p:cNvPr id="228" name="Google Shape;228;h374d90b964d84f17_0_26"/>
          <p:cNvSpPr txBox="1"/>
          <p:nvPr>
            <p:ph type="title"/>
          </p:nvPr>
        </p:nvSpPr>
        <p:spPr>
          <a:xfrm>
            <a:off x="838200" y="315025"/>
            <a:ext cx="10515600" cy="5775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2"/>
              </a:buClr>
              <a:buSzPts val="6000"/>
              <a:buFont typeface="Work Sans Black"/>
              <a:buNone/>
            </a:pPr>
            <a:r>
              <a:rPr lang="en-US" sz="3400">
                <a:latin typeface="Work Sans"/>
                <a:ea typeface="Work Sans"/>
                <a:cs typeface="Work Sans"/>
                <a:sym typeface="Work Sans"/>
              </a:rPr>
              <a:t>Method flow and evaluation</a:t>
            </a:r>
            <a:endParaRPr sz="3400">
              <a:latin typeface="Work Sans"/>
              <a:ea typeface="Work Sans"/>
              <a:cs typeface="Work Sans"/>
              <a:sym typeface="Work Sans"/>
            </a:endParaRPr>
          </a:p>
        </p:txBody>
      </p:sp>
      <p:pic>
        <p:nvPicPr>
          <p:cNvPr id="229" name="Google Shape;229;h374d90b964d84f17_0_26"/>
          <p:cNvPicPr preferRelativeResize="0"/>
          <p:nvPr/>
        </p:nvPicPr>
        <p:blipFill rotWithShape="1">
          <a:blip r:embed="rId3">
            <a:alphaModFix/>
          </a:blip>
          <a:srcRect b="21736" l="0" r="0" t="29032"/>
          <a:stretch/>
        </p:blipFill>
        <p:spPr>
          <a:xfrm>
            <a:off x="2551850" y="1384000"/>
            <a:ext cx="6433101" cy="1416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
          <p:cNvSpPr txBox="1"/>
          <p:nvPr>
            <p:ph idx="4294967295" type="title"/>
          </p:nvPr>
        </p:nvSpPr>
        <p:spPr>
          <a:xfrm>
            <a:off x="993375" y="3623013"/>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Work Sans Black"/>
              <a:buNone/>
            </a:pPr>
            <a:r>
              <a:rPr lang="en-US" sz="3600">
                <a:latin typeface="Work Sans"/>
                <a:ea typeface="Work Sans"/>
                <a:cs typeface="Work Sans"/>
                <a:sym typeface="Work Sans"/>
              </a:rPr>
              <a:t>Thank you for your	time. </a:t>
            </a:r>
            <a:endParaRPr sz="3600">
              <a:latin typeface="Work Sans"/>
              <a:ea typeface="Work Sans"/>
              <a:cs typeface="Work Sans"/>
              <a:sym typeface="Work Sans"/>
            </a:endParaRPr>
          </a:p>
        </p:txBody>
      </p:sp>
      <p:sp>
        <p:nvSpPr>
          <p:cNvPr id="235" name="Google Shape;235;p3"/>
          <p:cNvSpPr txBox="1"/>
          <p:nvPr>
            <p:ph idx="1" type="body"/>
          </p:nvPr>
        </p:nvSpPr>
        <p:spPr>
          <a:xfrm>
            <a:off x="1988775" y="1632025"/>
            <a:ext cx="8524800" cy="2554200"/>
          </a:xfrm>
          <a:prstGeom prst="rect">
            <a:avLst/>
          </a:prstGeom>
        </p:spPr>
        <p:txBody>
          <a:bodyPr anchorCtr="0" anchor="ctr" bIns="45700" lIns="91425" spcFirstLastPara="1" rIns="91425" wrap="square" tIns="45700">
            <a:normAutofit/>
          </a:bodyPr>
          <a:lstStyle/>
          <a:p>
            <a:pPr indent="0" lvl="0" marL="0" rtl="0" algn="ctr">
              <a:spcBef>
                <a:spcPts val="1000"/>
              </a:spcBef>
              <a:spcAft>
                <a:spcPts val="0"/>
              </a:spcAft>
              <a:buNone/>
            </a:pPr>
            <a:r>
              <a:rPr b="1" i="0" lang="en-US" sz="3600">
                <a:latin typeface="Work Sans"/>
                <a:ea typeface="Work Sans"/>
                <a:cs typeface="Work Sans"/>
                <a:sym typeface="Work Sans"/>
              </a:rPr>
              <a:t>Thank you for your time.</a:t>
            </a:r>
            <a:endParaRPr b="1" i="0" sz="3600">
              <a:latin typeface="Work Sans"/>
              <a:ea typeface="Work Sans"/>
              <a:cs typeface="Work Sans"/>
              <a:sym typeface="Work Sans"/>
            </a:endParaRPr>
          </a:p>
        </p:txBody>
      </p:sp>
      <p:sp>
        <p:nvSpPr>
          <p:cNvPr id="236" name="Google Shape;236;p3"/>
          <p:cNvSpPr txBox="1"/>
          <p:nvPr>
            <p:ph idx="2" type="body"/>
          </p:nvPr>
        </p:nvSpPr>
        <p:spPr>
          <a:xfrm>
            <a:off x="2936107" y="4698836"/>
            <a:ext cx="6319800" cy="3393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b="1" lang="en-US" sz="3600">
                <a:solidFill>
                  <a:schemeClr val="dk2"/>
                </a:solidFill>
                <a:latin typeface="Work Sans"/>
                <a:ea typeface="Work Sans"/>
                <a:cs typeface="Work Sans"/>
                <a:sym typeface="Work Sans"/>
              </a:rPr>
              <a:t>Questions?</a:t>
            </a:r>
            <a:endParaRPr b="1" sz="3600">
              <a:solidFill>
                <a:schemeClr val="dk2"/>
              </a:solidFill>
              <a:latin typeface="Work Sans"/>
              <a:ea typeface="Work Sans"/>
              <a:cs typeface="Work Sans"/>
              <a:sym typeface="Work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AMU Brand Platform 2025">
      <a:dk1>
        <a:srgbClr val="202020"/>
      </a:dk1>
      <a:lt1>
        <a:srgbClr val="FFFFFF"/>
      </a:lt1>
      <a:dk2>
        <a:srgbClr val="500000"/>
      </a:dk2>
      <a:lt2>
        <a:srgbClr val="D1D1D1"/>
      </a:lt2>
      <a:accent1>
        <a:srgbClr val="3C0000"/>
      </a:accent1>
      <a:accent2>
        <a:srgbClr val="732F2F"/>
      </a:accent2>
      <a:accent3>
        <a:srgbClr val="D6D3C3"/>
      </a:accent3>
      <a:accent4>
        <a:srgbClr val="707070"/>
      </a:accent4>
      <a:accent5>
        <a:srgbClr val="3E3E3E"/>
      </a:accent5>
      <a:accent6>
        <a:srgbClr val="D6D3C3"/>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TAMU Brand Platform 2025">
      <a:dk1>
        <a:srgbClr val="202020"/>
      </a:dk1>
      <a:lt1>
        <a:srgbClr val="FFFFFF"/>
      </a:lt1>
      <a:dk2>
        <a:srgbClr val="500000"/>
      </a:dk2>
      <a:lt2>
        <a:srgbClr val="D1D1D1"/>
      </a:lt2>
      <a:accent1>
        <a:srgbClr val="3C0000"/>
      </a:accent1>
      <a:accent2>
        <a:srgbClr val="732F2F"/>
      </a:accent2>
      <a:accent3>
        <a:srgbClr val="D6D3C3"/>
      </a:accent3>
      <a:accent4>
        <a:srgbClr val="707070"/>
      </a:accent4>
      <a:accent5>
        <a:srgbClr val="3E3E3E"/>
      </a:accent5>
      <a:accent6>
        <a:srgbClr val="D6D3C3"/>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2025-05-01T19:30:00Z</dcterms:created>
  <dc:creator>Loudermilk, Melissa</dc:creator>
</cp:coreProperties>
</file>